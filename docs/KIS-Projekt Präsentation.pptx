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18"/>
  </p:notesMasterIdLst>
  <p:handoutMasterIdLst>
    <p:handoutMasterId r:id="rId19"/>
  </p:handoutMasterIdLst>
  <p:sldIdLst>
    <p:sldId id="278" r:id="rId5"/>
    <p:sldId id="282" r:id="rId6"/>
    <p:sldId id="295" r:id="rId7"/>
    <p:sldId id="271" r:id="rId8"/>
    <p:sldId id="283" r:id="rId9"/>
    <p:sldId id="284" r:id="rId10"/>
    <p:sldId id="286" r:id="rId11"/>
    <p:sldId id="287" r:id="rId12"/>
    <p:sldId id="293" r:id="rId13"/>
    <p:sldId id="294" r:id="rId14"/>
    <p:sldId id="285" r:id="rId15"/>
    <p:sldId id="288" r:id="rId16"/>
    <p:sldId id="292" r:id="rId17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>
          <p15:clr>
            <a:srgbClr val="F26B43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82" autoAdjust="0"/>
    <p:restoredTop sz="95388" autoAdjust="0"/>
  </p:normalViewPr>
  <p:slideViewPr>
    <p:cSldViewPr snapToGrid="0">
      <p:cViewPr>
        <p:scale>
          <a:sx n="100" d="100"/>
          <a:sy n="100" d="100"/>
        </p:scale>
        <p:origin x="340" y="320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432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 varScale="1">
        <p:scale>
          <a:sx n="97" d="100"/>
          <a:sy n="97" d="100"/>
        </p:scale>
        <p:origin x="361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5F4DCF1-ECAF-F7A7-2FE7-5E8E893BC44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C1330B0-5BAC-7408-8C3C-78D8336840E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A2661D89-2535-43DF-BD6D-0DECFACAC0B2}" type="datetime1">
              <a:rPr lang="de-DE" smtClean="0"/>
              <a:t>19.06.2026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0D7EEB3-E0A5-7440-F7ED-F59975ED1E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F548D11-7466-6432-3BF5-64A1A1FA59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CFA70580-B89C-4157-871D-6B9318EE5F58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43157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7C6030AF-4347-4F6A-861E-8AEA70B77203}" type="datetime1">
              <a:rPr lang="de-DE" smtClean="0"/>
              <a:t>19.06.2026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E7AF00E9-A49D-4007-B3B9-A3783809E505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096977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892237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06498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630AB-8FFF-CCB0-C6DA-F03F74CD0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9A01419-90F7-9ECA-5C8F-FEB75747B5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020487F-D9CB-B772-7FA6-04B8AA3E03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3B73365-5136-1821-C66F-2CCC62D146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330231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031917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163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7899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70488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616745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9F020-DCF5-C161-8D83-25CCF609D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CF21CF0-D3AD-FA82-B3B7-D4279EA4E6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D08EE07-6458-44C8-224E-6C2617B607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C60773-5A16-A7C0-F274-2607325C5F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186206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9B050-E0A1-112D-DD7E-3D430BA68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7F1098A-45DA-0AC4-6F81-4D4D85F2B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1DEB41E-A57D-905C-49FA-CFA9264CD1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206B3F-CFFE-6CE4-E3E1-D1BBB6DB3A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953975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330567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2812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E7AF00E9-A49D-4007-B3B9-A3783809E505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49693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18020" y="662937"/>
            <a:ext cx="4624442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de-DE" dirty="0"/>
            </a:lvl1pPr>
          </a:lstStyle>
          <a:p>
            <a:pPr lvl="0" rtl="0">
              <a:lnSpc>
                <a:spcPct val="100000"/>
              </a:lnSpc>
            </a:pPr>
            <a:r>
              <a:rPr lang="de-DE"/>
              <a:t>Titel durch Klicken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988CE9D0-E6DB-A38D-ED84-A53D0493E6D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267450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868207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gesordn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43C4A872-A473-BFD2-150E-387250C2B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24" name="Freihandform: Form 23">
              <a:extLst>
                <a:ext uri="{FF2B5EF4-FFF2-40B4-BE49-F238E27FC236}">
                  <a16:creationId xmlns:a16="http://schemas.microsoft.com/office/drawing/2014/main" id="{C5C8D53B-A579-BCFA-58E8-C386DABC92CD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23A34CAC-4A03-ADDB-E97F-8675E68FC0B3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C733506-2F0D-8F31-52D1-5244F04A706B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29356E3D-E14C-9C43-7CE4-A7156B1E10DB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20" name="Titel 19">
            <a:extLst>
              <a:ext uri="{FF2B5EF4-FFF2-40B4-BE49-F238E27FC236}">
                <a16:creationId xmlns:a16="http://schemas.microsoft.com/office/drawing/2014/main" id="{85C652DA-55F6-9691-4254-344E0A4E9A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483924"/>
            <a:ext cx="11090275" cy="1684059"/>
          </a:xfrm>
        </p:spPr>
        <p:txBody>
          <a:bodyPr rtlCol="0" anchor="b">
            <a:normAutofit/>
          </a:bodyPr>
          <a:lstStyle>
            <a:lvl1pPr>
              <a:defRPr lang="de-DE" sz="40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22" name="Inhaltsplatzhalter 21">
            <a:extLst>
              <a:ext uri="{FF2B5EF4-FFF2-40B4-BE49-F238E27FC236}">
                <a16:creationId xmlns:a16="http://schemas.microsoft.com/office/drawing/2014/main" id="{4DB7AC4F-2818-7F0D-AC6A-736D5F2C73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50863" y="2419350"/>
            <a:ext cx="11090274" cy="3913188"/>
          </a:xfrm>
        </p:spPr>
        <p:txBody>
          <a:bodyPr rtlCol="0">
            <a:normAutofit/>
          </a:bodyPr>
          <a:lstStyle>
            <a:lvl1pPr marL="0" indent="0">
              <a:buNone/>
              <a:defRPr lang="de-DE" sz="1800">
                <a:solidFill>
                  <a:schemeClr val="tx1"/>
                </a:solidFill>
              </a:defRPr>
            </a:lvl1pPr>
            <a:lvl2pPr>
              <a:defRPr lang="de-DE" sz="1200">
                <a:solidFill>
                  <a:schemeClr val="tx1"/>
                </a:solidFill>
              </a:defRPr>
            </a:lvl2pPr>
            <a:lvl3pPr>
              <a:defRPr lang="de-DE" sz="1200">
                <a:solidFill>
                  <a:schemeClr val="tx1"/>
                </a:solidFill>
              </a:defRPr>
            </a:lvl3pPr>
            <a:lvl4pPr>
              <a:defRPr lang="de-DE" sz="1200">
                <a:solidFill>
                  <a:schemeClr val="tx1"/>
                </a:solidFill>
              </a:defRPr>
            </a:lvl4pPr>
            <a:lvl5pPr>
              <a:defRPr lang="de-DE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Inhalt durch Klicken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BA1B0FB-D917-4C8C-928F-313BD683BF39}" type="slidenum">
              <a:rPr lang="de-DE" smtClean="0"/>
              <a:t>‹Nr.›</a:t>
            </a:fld>
            <a:endParaRPr lang="de-DE" dirty="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C61DF04-D7CB-2B19-8BB9-3E90A6619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10824" y="1514007"/>
            <a:ext cx="734257" cy="760506"/>
            <a:chOff x="5243759" y="1363788"/>
            <a:chExt cx="734257" cy="760506"/>
          </a:xfrm>
        </p:grpSpPr>
        <p:sp>
          <p:nvSpPr>
            <p:cNvPr id="6" name="Freihandform 5">
              <a:extLst>
                <a:ext uri="{FF2B5EF4-FFF2-40B4-BE49-F238E27FC236}">
                  <a16:creationId xmlns:a16="http://schemas.microsoft.com/office/drawing/2014/main" id="{5DE1CC00-F893-E215-8086-65B6605C5F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7" name="Freihandform 6">
              <a:extLst>
                <a:ext uri="{FF2B5EF4-FFF2-40B4-BE49-F238E27FC236}">
                  <a16:creationId xmlns:a16="http://schemas.microsoft.com/office/drawing/2014/main" id="{6EBF50D9-F9B8-ADB3-8B4A-AF19564EE6E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8" name="Freihandform 8">
              <a:extLst>
                <a:ext uri="{FF2B5EF4-FFF2-40B4-BE49-F238E27FC236}">
                  <a16:creationId xmlns:a16="http://schemas.microsoft.com/office/drawing/2014/main" id="{80BE1060-7183-58F8-EEBF-64135EE82BC5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E597A3BE-0D13-9033-E3FD-78202DB799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168304" y="385236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8867D9A-3F3B-94C3-244B-0006226AEF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063019" y="3199533"/>
            <a:ext cx="3597052" cy="2615018"/>
            <a:chOff x="4541453" y="3199533"/>
            <a:chExt cx="3597052" cy="2615018"/>
          </a:xfrm>
        </p:grpSpPr>
        <p:sp>
          <p:nvSpPr>
            <p:cNvPr id="13" name="Freihandform: Form 38">
              <a:extLst>
                <a:ext uri="{FF2B5EF4-FFF2-40B4-BE49-F238E27FC236}">
                  <a16:creationId xmlns:a16="http://schemas.microsoft.com/office/drawing/2014/main" id="{955FC3D1-6227-A188-CCDB-11D573FD807A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602175" y="3958416"/>
              <a:ext cx="3536330" cy="1853969"/>
            </a:xfrm>
            <a:custGeom>
              <a:avLst/>
              <a:gdLst>
                <a:gd name="connsiteX0" fmla="*/ 3536330 w 3536330"/>
                <a:gd name="connsiteY0" fmla="*/ 1853969 h 1853969"/>
                <a:gd name="connsiteX1" fmla="*/ 1682362 w 3536330"/>
                <a:gd name="connsiteY1" fmla="*/ 0 h 1853969"/>
                <a:gd name="connsiteX2" fmla="*/ 52157 w 3536330"/>
                <a:gd name="connsiteY2" fmla="*/ 970257 h 1853969"/>
                <a:gd name="connsiteX3" fmla="*/ 0 w 3536330"/>
                <a:gd name="connsiteY3" fmla="*/ 1078528 h 1853969"/>
                <a:gd name="connsiteX4" fmla="*/ 757215 w 3536330"/>
                <a:gd name="connsiteY4" fmla="*/ 1835743 h 1853969"/>
                <a:gd name="connsiteX5" fmla="*/ 774211 w 3536330"/>
                <a:gd name="connsiteY5" fmla="*/ 1667149 h 1853969"/>
                <a:gd name="connsiteX6" fmla="*/ 1682362 w 3536330"/>
                <a:gd name="connsiteY6" fmla="*/ 926985 h 1853969"/>
                <a:gd name="connsiteX7" fmla="*/ 2609345 w 3536330"/>
                <a:gd name="connsiteY7" fmla="*/ 1853969 h 1853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36330" h="1853969">
                  <a:moveTo>
                    <a:pt x="3536330" y="1853969"/>
                  </a:moveTo>
                  <a:cubicBezTo>
                    <a:pt x="3536330" y="830051"/>
                    <a:pt x="2706280" y="0"/>
                    <a:pt x="1682362" y="0"/>
                  </a:cubicBezTo>
                  <a:cubicBezTo>
                    <a:pt x="978418" y="0"/>
                    <a:pt x="366107" y="392328"/>
                    <a:pt x="52157" y="970257"/>
                  </a:cubicBezTo>
                  <a:lnTo>
                    <a:pt x="0" y="1078528"/>
                  </a:lnTo>
                  <a:lnTo>
                    <a:pt x="757215" y="1835743"/>
                  </a:lnTo>
                  <a:lnTo>
                    <a:pt x="774211" y="1667149"/>
                  </a:lnTo>
                  <a:cubicBezTo>
                    <a:pt x="860649" y="1244739"/>
                    <a:pt x="1234397" y="926985"/>
                    <a:pt x="1682362" y="926985"/>
                  </a:cubicBezTo>
                  <a:cubicBezTo>
                    <a:pt x="2194320" y="926985"/>
                    <a:pt x="2609345" y="1342010"/>
                    <a:pt x="2609345" y="1853969"/>
                  </a:cubicBezTo>
                  <a:close/>
                </a:path>
              </a:pathLst>
            </a:custGeom>
            <a:gradFill flip="none" rotWithShape="1">
              <a:gsLst>
                <a:gs pos="97000">
                  <a:schemeClr val="bg2"/>
                </a:gs>
                <a:gs pos="31000">
                  <a:schemeClr val="bg2">
                    <a:lumMod val="90000"/>
                    <a:lumOff val="10000"/>
                  </a:schemeClr>
                </a:gs>
              </a:gsLst>
              <a:lin ang="15000000" scaled="0"/>
              <a:tileRect/>
            </a:gradFill>
            <a:ln>
              <a:noFill/>
            </a:ln>
            <a:effectLst>
              <a:innerShdw blurRad="355600" dist="101600" dir="16200000">
                <a:schemeClr val="accent1">
                  <a:lumMod val="60000"/>
                  <a:lumOff val="40000"/>
                  <a:alpha val="8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AE6BE70E-C41E-449D-A48C-4EB6BB7DC20D}"/>
                </a:ext>
              </a:extLst>
            </p:cNvPr>
            <p:cNvGrpSpPr/>
            <p:nvPr/>
          </p:nvGrpSpPr>
          <p:grpSpPr>
            <a:xfrm>
              <a:off x="4541453" y="3199533"/>
              <a:ext cx="3478701" cy="2615018"/>
              <a:chOff x="-481151" y="3199533"/>
              <a:chExt cx="3478701" cy="2615018"/>
            </a:xfrm>
          </p:grpSpPr>
          <p:sp>
            <p:nvSpPr>
              <p:cNvPr id="15" name="Freihandform: Form 32">
                <a:extLst>
                  <a:ext uri="{FF2B5EF4-FFF2-40B4-BE49-F238E27FC236}">
                    <a16:creationId xmlns:a16="http://schemas.microsoft.com/office/drawing/2014/main" id="{B7C0B12B-49BE-7855-18FB-8583C8DD9617}"/>
                  </a:ext>
                </a:extLst>
              </p:cNvPr>
              <p:cNvSpPr>
                <a:spLocks noChangeAspect="1"/>
              </p:cNvSpPr>
              <p:nvPr userDrawn="1"/>
            </p:nvSpPr>
            <p:spPr>
              <a:xfrm rot="18900000" flipV="1">
                <a:off x="-481151" y="3649708"/>
                <a:ext cx="3478701" cy="2164843"/>
              </a:xfrm>
              <a:custGeom>
                <a:avLst/>
                <a:gdLst>
                  <a:gd name="connsiteX0" fmla="*/ 3478701 w 3478701"/>
                  <a:gd name="connsiteY0" fmla="*/ 2164843 h 2164843"/>
                  <a:gd name="connsiteX1" fmla="*/ 1624733 w 3478701"/>
                  <a:gd name="connsiteY1" fmla="*/ 0 h 2164843"/>
                  <a:gd name="connsiteX2" fmla="*/ 87393 w 3478701"/>
                  <a:gd name="connsiteY2" fmla="*/ 954459 h 2164843"/>
                  <a:gd name="connsiteX3" fmla="*/ 0 w 3478701"/>
                  <a:gd name="connsiteY3" fmla="*/ 1122434 h 2164843"/>
                  <a:gd name="connsiteX4" fmla="*/ 736015 w 3478701"/>
                  <a:gd name="connsiteY4" fmla="*/ 1858449 h 2164843"/>
                  <a:gd name="connsiteX5" fmla="*/ 739424 w 3478701"/>
                  <a:gd name="connsiteY5" fmla="*/ 1842964 h 2164843"/>
                  <a:gd name="connsiteX6" fmla="*/ 1624733 w 3478701"/>
                  <a:gd name="connsiteY6" fmla="*/ 1082422 h 2164843"/>
                  <a:gd name="connsiteX7" fmla="*/ 2551716 w 3478701"/>
                  <a:gd name="connsiteY7" fmla="*/ 2164843 h 2164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78701" h="2164843">
                    <a:moveTo>
                      <a:pt x="3478701" y="2164843"/>
                    </a:moveTo>
                    <a:cubicBezTo>
                      <a:pt x="3478701" y="969234"/>
                      <a:pt x="2648651" y="0"/>
                      <a:pt x="1624733" y="0"/>
                    </a:cubicBezTo>
                    <a:cubicBezTo>
                      <a:pt x="984784" y="0"/>
                      <a:pt x="420564" y="378607"/>
                      <a:pt x="87393" y="954459"/>
                    </a:cubicBezTo>
                    <a:lnTo>
                      <a:pt x="0" y="1122434"/>
                    </a:lnTo>
                    <a:lnTo>
                      <a:pt x="736015" y="1858449"/>
                    </a:lnTo>
                    <a:lnTo>
                      <a:pt x="739424" y="1842964"/>
                    </a:lnTo>
                    <a:cubicBezTo>
                      <a:pt x="856791" y="1402344"/>
                      <a:pt x="1208766" y="1082422"/>
                      <a:pt x="1624733" y="1082422"/>
                    </a:cubicBezTo>
                    <a:cubicBezTo>
                      <a:pt x="2136692" y="1082422"/>
                      <a:pt x="2551716" y="1567038"/>
                      <a:pt x="2551716" y="2164843"/>
                    </a:cubicBezTo>
                    <a:close/>
                  </a:path>
                </a:pathLst>
              </a:custGeom>
              <a:solidFill>
                <a:schemeClr val="bg2">
                  <a:lumMod val="50000"/>
                  <a:lumOff val="50000"/>
                  <a:alpha val="40000"/>
                </a:schemeClr>
              </a:solidFill>
              <a:ln>
                <a:noFill/>
              </a:ln>
              <a:effectLst>
                <a:softEdge rad="38100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 dirty="0"/>
              </a:p>
            </p:txBody>
          </p:sp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67C78A37-D378-70D3-D6E3-AB9400EB583E}"/>
                  </a:ext>
                </a:extLst>
              </p:cNvPr>
              <p:cNvSpPr/>
              <p:nvPr userDrawn="1"/>
            </p:nvSpPr>
            <p:spPr>
              <a:xfrm rot="13500000" flipV="1">
                <a:off x="1512277" y="2840042"/>
                <a:ext cx="214196" cy="933178"/>
              </a:xfrm>
              <a:prstGeom prst="ellipse">
                <a:avLst/>
              </a:prstGeom>
              <a:solidFill>
                <a:schemeClr val="bg2">
                  <a:lumMod val="90000"/>
                  <a:lumOff val="10000"/>
                </a:schemeClr>
              </a:solidFill>
              <a:ln>
                <a:noFill/>
              </a:ln>
              <a:effectLst>
                <a:innerShdw blurRad="1270000" dist="2540000">
                  <a:schemeClr val="accent1">
                    <a:lumMod val="60000"/>
                    <a:lumOff val="40000"/>
                    <a:alpha val="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 dirty="0"/>
              </a:p>
            </p:txBody>
          </p:sp>
        </p:grp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02491172-466F-19CC-B639-A1C3CAB1D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690545" y="4100655"/>
            <a:ext cx="1335600" cy="1262947"/>
            <a:chOff x="10145015" y="2343978"/>
            <a:chExt cx="1335600" cy="1262947"/>
          </a:xfrm>
        </p:grpSpPr>
        <p:sp>
          <p:nvSpPr>
            <p:cNvPr id="18" name="Freihandform: Form 25">
              <a:extLst>
                <a:ext uri="{FF2B5EF4-FFF2-40B4-BE49-F238E27FC236}">
                  <a16:creationId xmlns:a16="http://schemas.microsoft.com/office/drawing/2014/main" id="{45EC885D-265C-397B-5DAF-57A66CDA30B5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3601DB21-D937-2F89-DC26-063DFC7800C8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3858332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bschnitts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>
            <a:extLst>
              <a:ext uri="{FF2B5EF4-FFF2-40B4-BE49-F238E27FC236}">
                <a16:creationId xmlns:a16="http://schemas.microsoft.com/office/drawing/2014/main" id="{076C4EAC-BBDE-1963-BD72-3BD2A47DC59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4045464"/>
            <a:ext cx="11115355" cy="2286000"/>
          </a:xfrm>
        </p:spPr>
        <p:txBody>
          <a:bodyPr rtlCol="0" anchor="ctr">
            <a:noAutofit/>
          </a:bodyPr>
          <a:lstStyle>
            <a:lvl1pPr algn="l">
              <a:defRPr lang="de-DE" sz="54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E592AF4F-2F83-7005-B3AC-6FCC7FB1914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4594"/>
            <a:ext cx="12192000" cy="3771878"/>
          </a:xfrm>
        </p:spPr>
        <p:txBody>
          <a:bodyPr rtlCol="0">
            <a:no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7BF9F63-86BE-5515-AD3C-59481B3FF4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225773" y="385222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BD12358-51D2-46B3-9BDE-DF29528B9454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899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+ Untertitel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196900"/>
            <a:ext cx="4159160" cy="3155900"/>
          </a:xfrm>
        </p:spPr>
        <p:txBody>
          <a:bodyPr lIns="91440" rtlCol="0" anchor="b">
            <a:noAutofit/>
          </a:bodyPr>
          <a:lstStyle>
            <a:lvl1pPr algn="l">
              <a:defRPr lang="de-DE" sz="40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7271" y="3505200"/>
            <a:ext cx="4159160" cy="2352356"/>
          </a:xfrm>
        </p:spPr>
        <p:txBody>
          <a:bodyPr lIns="91440" rIns="91440" rtlCol="0">
            <a:no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lang="de-DE" sz="2400">
                <a:solidFill>
                  <a:schemeClr val="tx1"/>
                </a:solidFill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rtl="0"/>
            <a:r>
              <a:rPr lang="de-DE"/>
              <a:t>Untertitel durch Klicken hinzufügen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60ABD6E1-FE78-D78B-E80C-09490F5D8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5668780" y="505900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62BB1BCD-5C1C-ED05-D6B4-F92367209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22156" y="4143453"/>
            <a:ext cx="734257" cy="760506"/>
            <a:chOff x="5243759" y="1363788"/>
            <a:chExt cx="734257" cy="760506"/>
          </a:xfrm>
        </p:grpSpPr>
        <p:sp>
          <p:nvSpPr>
            <p:cNvPr id="11" name="Freihandform 5">
              <a:extLst>
                <a:ext uri="{FF2B5EF4-FFF2-40B4-BE49-F238E27FC236}">
                  <a16:creationId xmlns:a16="http://schemas.microsoft.com/office/drawing/2014/main" id="{700A5CAB-28E9-FB7A-E72E-39F3ADE58C6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2" name="Freihandform 6">
              <a:extLst>
                <a:ext uri="{FF2B5EF4-FFF2-40B4-BE49-F238E27FC236}">
                  <a16:creationId xmlns:a16="http://schemas.microsoft.com/office/drawing/2014/main" id="{2BA2D9BC-CA87-28FA-7A02-455E740EACA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3" name="Freihandform 8">
              <a:extLst>
                <a:ext uri="{FF2B5EF4-FFF2-40B4-BE49-F238E27FC236}">
                  <a16:creationId xmlns:a16="http://schemas.microsoft.com/office/drawing/2014/main" id="{734E5ADF-EEF0-2501-9D7B-8FC1A49F60A7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sp>
        <p:nvSpPr>
          <p:cNvPr id="8" name="Bildplatzhalter 14">
            <a:extLst>
              <a:ext uri="{FF2B5EF4-FFF2-40B4-BE49-F238E27FC236}">
                <a16:creationId xmlns:a16="http://schemas.microsoft.com/office/drawing/2014/main" id="{780F3839-9B1B-2346-C1F4-E876E6AE32E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78049" y="788713"/>
            <a:ext cx="5132388" cy="5132388"/>
          </a:xfrm>
          <a:custGeom>
            <a:avLst/>
            <a:gdLst>
              <a:gd name="connsiteX0" fmla="*/ 2566194 w 5132388"/>
              <a:gd name="connsiteY0" fmla="*/ 0 h 5132388"/>
              <a:gd name="connsiteX1" fmla="*/ 5132388 w 5132388"/>
              <a:gd name="connsiteY1" fmla="*/ 2566194 h 5132388"/>
              <a:gd name="connsiteX2" fmla="*/ 2566194 w 5132388"/>
              <a:gd name="connsiteY2" fmla="*/ 5132388 h 5132388"/>
              <a:gd name="connsiteX3" fmla="*/ 0 w 5132388"/>
              <a:gd name="connsiteY3" fmla="*/ 2566194 h 5132388"/>
              <a:gd name="connsiteX4" fmla="*/ 2566194 w 5132388"/>
              <a:gd name="connsiteY4" fmla="*/ 0 h 5132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32388" h="5132388">
                <a:moveTo>
                  <a:pt x="2566194" y="0"/>
                </a:moveTo>
                <a:cubicBezTo>
                  <a:pt x="3983464" y="0"/>
                  <a:pt x="5132388" y="1148924"/>
                  <a:pt x="5132388" y="2566194"/>
                </a:cubicBezTo>
                <a:cubicBezTo>
                  <a:pt x="5132388" y="3983464"/>
                  <a:pt x="3983464" y="5132388"/>
                  <a:pt x="2566194" y="5132388"/>
                </a:cubicBezTo>
                <a:cubicBezTo>
                  <a:pt x="1148924" y="5132388"/>
                  <a:pt x="0" y="3983464"/>
                  <a:pt x="0" y="2566194"/>
                </a:cubicBezTo>
                <a:cubicBezTo>
                  <a:pt x="0" y="1148924"/>
                  <a:pt x="1148924" y="0"/>
                  <a:pt x="2566194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wrap="square" tIns="365760" rtlCol="0">
            <a:noAutofit/>
          </a:bodyPr>
          <a:lstStyle>
            <a:lvl1pPr marL="0" indent="0" algn="ctr">
              <a:buNone/>
              <a:defRPr lang="de-DE" sz="18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BD12358-51D2-46B3-9BDE-DF29528B9454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500738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 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C87E98C0-6053-9701-92D0-4EF9ADBC50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9063019" y="746716"/>
            <a:ext cx="3597052" cy="2615018"/>
            <a:chOff x="4541453" y="3199533"/>
            <a:chExt cx="3597052" cy="2615018"/>
          </a:xfrm>
        </p:grpSpPr>
        <p:sp>
          <p:nvSpPr>
            <p:cNvPr id="8" name="Freihandform: Form 38">
              <a:extLst>
                <a:ext uri="{FF2B5EF4-FFF2-40B4-BE49-F238E27FC236}">
                  <a16:creationId xmlns:a16="http://schemas.microsoft.com/office/drawing/2014/main" id="{C32B1A1D-760B-9D3D-A869-E50FC962A629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602175" y="3958416"/>
              <a:ext cx="3536330" cy="1853969"/>
            </a:xfrm>
            <a:custGeom>
              <a:avLst/>
              <a:gdLst>
                <a:gd name="connsiteX0" fmla="*/ 3536330 w 3536330"/>
                <a:gd name="connsiteY0" fmla="*/ 1853969 h 1853969"/>
                <a:gd name="connsiteX1" fmla="*/ 1682362 w 3536330"/>
                <a:gd name="connsiteY1" fmla="*/ 0 h 1853969"/>
                <a:gd name="connsiteX2" fmla="*/ 52157 w 3536330"/>
                <a:gd name="connsiteY2" fmla="*/ 970257 h 1853969"/>
                <a:gd name="connsiteX3" fmla="*/ 0 w 3536330"/>
                <a:gd name="connsiteY3" fmla="*/ 1078528 h 1853969"/>
                <a:gd name="connsiteX4" fmla="*/ 757215 w 3536330"/>
                <a:gd name="connsiteY4" fmla="*/ 1835743 h 1853969"/>
                <a:gd name="connsiteX5" fmla="*/ 774211 w 3536330"/>
                <a:gd name="connsiteY5" fmla="*/ 1667149 h 1853969"/>
                <a:gd name="connsiteX6" fmla="*/ 1682362 w 3536330"/>
                <a:gd name="connsiteY6" fmla="*/ 926985 h 1853969"/>
                <a:gd name="connsiteX7" fmla="*/ 2609345 w 3536330"/>
                <a:gd name="connsiteY7" fmla="*/ 1853969 h 1853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36330" h="1853969">
                  <a:moveTo>
                    <a:pt x="3536330" y="1853969"/>
                  </a:moveTo>
                  <a:cubicBezTo>
                    <a:pt x="3536330" y="830051"/>
                    <a:pt x="2706280" y="0"/>
                    <a:pt x="1682362" y="0"/>
                  </a:cubicBezTo>
                  <a:cubicBezTo>
                    <a:pt x="978418" y="0"/>
                    <a:pt x="366107" y="392328"/>
                    <a:pt x="52157" y="970257"/>
                  </a:cubicBezTo>
                  <a:lnTo>
                    <a:pt x="0" y="1078528"/>
                  </a:lnTo>
                  <a:lnTo>
                    <a:pt x="757215" y="1835743"/>
                  </a:lnTo>
                  <a:lnTo>
                    <a:pt x="774211" y="1667149"/>
                  </a:lnTo>
                  <a:cubicBezTo>
                    <a:pt x="860649" y="1244739"/>
                    <a:pt x="1234397" y="926985"/>
                    <a:pt x="1682362" y="926985"/>
                  </a:cubicBezTo>
                  <a:cubicBezTo>
                    <a:pt x="2194320" y="926985"/>
                    <a:pt x="2609345" y="1342010"/>
                    <a:pt x="2609345" y="1853969"/>
                  </a:cubicBezTo>
                  <a:close/>
                </a:path>
              </a:pathLst>
            </a:custGeom>
            <a:gradFill flip="none" rotWithShape="1">
              <a:gsLst>
                <a:gs pos="97000">
                  <a:schemeClr val="bg2"/>
                </a:gs>
                <a:gs pos="31000">
                  <a:schemeClr val="bg2">
                    <a:lumMod val="90000"/>
                    <a:lumOff val="10000"/>
                  </a:schemeClr>
                </a:gs>
              </a:gsLst>
              <a:lin ang="15000000" scaled="0"/>
              <a:tileRect/>
            </a:gradFill>
            <a:ln>
              <a:noFill/>
            </a:ln>
            <a:effectLst>
              <a:innerShdw blurRad="355600" dist="101600" dir="16200000">
                <a:schemeClr val="accent1">
                  <a:lumMod val="60000"/>
                  <a:lumOff val="40000"/>
                  <a:alpha val="8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D02EF78B-5BDF-8632-B9B1-087DB042EEC7}"/>
                </a:ext>
              </a:extLst>
            </p:cNvPr>
            <p:cNvGrpSpPr/>
            <p:nvPr/>
          </p:nvGrpSpPr>
          <p:grpSpPr>
            <a:xfrm>
              <a:off x="4541453" y="3199533"/>
              <a:ext cx="3478701" cy="2615018"/>
              <a:chOff x="-481151" y="3199533"/>
              <a:chExt cx="3478701" cy="2615018"/>
            </a:xfrm>
          </p:grpSpPr>
          <p:sp>
            <p:nvSpPr>
              <p:cNvPr id="10" name="Freihandform: Form 32">
                <a:extLst>
                  <a:ext uri="{FF2B5EF4-FFF2-40B4-BE49-F238E27FC236}">
                    <a16:creationId xmlns:a16="http://schemas.microsoft.com/office/drawing/2014/main" id="{5C54B3E8-515B-0865-9321-DB3793A62240}"/>
                  </a:ext>
                </a:extLst>
              </p:cNvPr>
              <p:cNvSpPr>
                <a:spLocks noChangeAspect="1"/>
              </p:cNvSpPr>
              <p:nvPr userDrawn="1"/>
            </p:nvSpPr>
            <p:spPr>
              <a:xfrm rot="18900000" flipV="1">
                <a:off x="-481151" y="3649708"/>
                <a:ext cx="3478701" cy="2164843"/>
              </a:xfrm>
              <a:custGeom>
                <a:avLst/>
                <a:gdLst>
                  <a:gd name="connsiteX0" fmla="*/ 3478701 w 3478701"/>
                  <a:gd name="connsiteY0" fmla="*/ 2164843 h 2164843"/>
                  <a:gd name="connsiteX1" fmla="*/ 1624733 w 3478701"/>
                  <a:gd name="connsiteY1" fmla="*/ 0 h 2164843"/>
                  <a:gd name="connsiteX2" fmla="*/ 87393 w 3478701"/>
                  <a:gd name="connsiteY2" fmla="*/ 954459 h 2164843"/>
                  <a:gd name="connsiteX3" fmla="*/ 0 w 3478701"/>
                  <a:gd name="connsiteY3" fmla="*/ 1122434 h 2164843"/>
                  <a:gd name="connsiteX4" fmla="*/ 736015 w 3478701"/>
                  <a:gd name="connsiteY4" fmla="*/ 1858449 h 2164843"/>
                  <a:gd name="connsiteX5" fmla="*/ 739424 w 3478701"/>
                  <a:gd name="connsiteY5" fmla="*/ 1842964 h 2164843"/>
                  <a:gd name="connsiteX6" fmla="*/ 1624733 w 3478701"/>
                  <a:gd name="connsiteY6" fmla="*/ 1082422 h 2164843"/>
                  <a:gd name="connsiteX7" fmla="*/ 2551716 w 3478701"/>
                  <a:gd name="connsiteY7" fmla="*/ 2164843 h 2164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78701" h="2164843">
                    <a:moveTo>
                      <a:pt x="3478701" y="2164843"/>
                    </a:moveTo>
                    <a:cubicBezTo>
                      <a:pt x="3478701" y="969234"/>
                      <a:pt x="2648651" y="0"/>
                      <a:pt x="1624733" y="0"/>
                    </a:cubicBezTo>
                    <a:cubicBezTo>
                      <a:pt x="984784" y="0"/>
                      <a:pt x="420564" y="378607"/>
                      <a:pt x="87393" y="954459"/>
                    </a:cubicBezTo>
                    <a:lnTo>
                      <a:pt x="0" y="1122434"/>
                    </a:lnTo>
                    <a:lnTo>
                      <a:pt x="736015" y="1858449"/>
                    </a:lnTo>
                    <a:lnTo>
                      <a:pt x="739424" y="1842964"/>
                    </a:lnTo>
                    <a:cubicBezTo>
                      <a:pt x="856791" y="1402344"/>
                      <a:pt x="1208766" y="1082422"/>
                      <a:pt x="1624733" y="1082422"/>
                    </a:cubicBezTo>
                    <a:cubicBezTo>
                      <a:pt x="2136692" y="1082422"/>
                      <a:pt x="2551716" y="1567038"/>
                      <a:pt x="2551716" y="2164843"/>
                    </a:cubicBezTo>
                    <a:close/>
                  </a:path>
                </a:pathLst>
              </a:custGeom>
              <a:solidFill>
                <a:schemeClr val="bg2">
                  <a:lumMod val="50000"/>
                  <a:lumOff val="50000"/>
                  <a:alpha val="40000"/>
                </a:schemeClr>
              </a:solidFill>
              <a:ln>
                <a:noFill/>
              </a:ln>
              <a:effectLst>
                <a:softEdge rad="38100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 dirty="0"/>
              </a:p>
            </p:txBody>
          </p:sp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56E92718-2CCD-B15D-8DE5-46285BEA256B}"/>
                  </a:ext>
                </a:extLst>
              </p:cNvPr>
              <p:cNvSpPr/>
              <p:nvPr userDrawn="1"/>
            </p:nvSpPr>
            <p:spPr>
              <a:xfrm rot="13500000" flipV="1">
                <a:off x="1512277" y="2840042"/>
                <a:ext cx="214196" cy="933178"/>
              </a:xfrm>
              <a:prstGeom prst="ellipse">
                <a:avLst/>
              </a:prstGeom>
              <a:solidFill>
                <a:schemeClr val="bg2">
                  <a:lumMod val="90000"/>
                  <a:lumOff val="10000"/>
                </a:schemeClr>
              </a:solidFill>
              <a:ln>
                <a:noFill/>
              </a:ln>
              <a:effectLst>
                <a:innerShdw blurRad="1270000" dist="2540000">
                  <a:schemeClr val="accent1">
                    <a:lumMod val="60000"/>
                    <a:lumOff val="40000"/>
                    <a:alpha val="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e-DE"/>
                </a:defPPr>
              </a:lstStyle>
              <a:p>
                <a:pPr algn="ctr" rtl="0"/>
                <a:endParaRPr lang="de-DE" dirty="0"/>
              </a:p>
            </p:txBody>
          </p:sp>
        </p:grp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AEA0B78B-84F0-8B85-40E8-678689DC1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723112" y="5088958"/>
            <a:ext cx="1335600" cy="1262947"/>
            <a:chOff x="10145015" y="2343978"/>
            <a:chExt cx="1335600" cy="1262947"/>
          </a:xfrm>
        </p:grpSpPr>
        <p:sp>
          <p:nvSpPr>
            <p:cNvPr id="20" name="Freihandform: Form 25">
              <a:extLst>
                <a:ext uri="{FF2B5EF4-FFF2-40B4-BE49-F238E27FC236}">
                  <a16:creationId xmlns:a16="http://schemas.microsoft.com/office/drawing/2014/main" id="{2E5D7C6F-BF77-9B7D-5B12-7AF3ED280B43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FA599EE6-2673-0AD8-EAE0-45C79326015E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BDBC526-6DCD-4FF6-8395-D8C22E46E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2" y="498474"/>
            <a:ext cx="7960421" cy="1450217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de-DE" sz="4000" dirty="0"/>
            </a:lvl1pPr>
          </a:lstStyle>
          <a:p>
            <a:pPr lvl="0" rtl="0">
              <a:lnSpc>
                <a:spcPct val="100000"/>
              </a:lnSpc>
            </a:pPr>
            <a:r>
              <a:rPr lang="de-DE"/>
              <a:t>Titel durch Klicken hinzufügen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1343" y="2103039"/>
            <a:ext cx="7929940" cy="3979625"/>
          </a:xfrm>
        </p:spPr>
        <p:txBody>
          <a:bodyPr rtlCol="0">
            <a:normAutofit/>
          </a:bodyPr>
          <a:lstStyle>
            <a:lvl1pPr>
              <a:defRPr lang="de-DE" sz="1800">
                <a:solidFill>
                  <a:schemeClr val="tx1"/>
                </a:solidFill>
              </a:defRPr>
            </a:lvl1pPr>
            <a:lvl2pPr>
              <a:defRPr lang="de-DE" sz="1200">
                <a:solidFill>
                  <a:schemeClr val="tx1"/>
                </a:solidFill>
              </a:defRPr>
            </a:lvl2pPr>
            <a:lvl3pPr>
              <a:defRPr lang="de-DE" sz="1200">
                <a:solidFill>
                  <a:schemeClr val="tx1"/>
                </a:solidFill>
              </a:defRPr>
            </a:lvl3pPr>
            <a:lvl4pPr>
              <a:defRPr lang="de-DE" sz="1200">
                <a:solidFill>
                  <a:schemeClr val="tx1"/>
                </a:solidFill>
              </a:defRPr>
            </a:lvl4pPr>
            <a:lvl5pPr>
              <a:defRPr lang="de-DE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BA1B0FB-D917-4C8C-928F-313BD683BF39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60994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+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096D26C0-4AFC-33CC-99BE-317E9A84435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</p:spPr>
        <p:txBody>
          <a:bodyPr rtlCol="0"/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376680"/>
            <a:ext cx="9144000" cy="2286000"/>
          </a:xfrm>
        </p:spPr>
        <p:txBody>
          <a:bodyPr rtlCol="0" anchor="b">
            <a:noAutofit/>
          </a:bodyPr>
          <a:lstStyle>
            <a:lvl1pPr algn="ctr">
              <a:defRPr lang="de-DE" sz="54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99840"/>
            <a:ext cx="9144000" cy="2286000"/>
          </a:xfrm>
        </p:spPr>
        <p:txBody>
          <a:bodyPr rtlCol="0">
            <a:noAutofit/>
          </a:bodyPr>
          <a:lstStyle>
            <a:lvl1pPr marL="0" indent="0" algn="ctr">
              <a:buNone/>
              <a:defRPr lang="de-DE" sz="1800">
                <a:solidFill>
                  <a:schemeClr val="tx1"/>
                </a:solidFill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rtl="0"/>
            <a:r>
              <a:rPr lang="de-DE"/>
              <a:t>Untertitel durch Klicken hinzufügen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BD12358-51D2-46B3-9BDE-DF29528B9454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552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 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llipse 21">
            <a:extLst>
              <a:ext uri="{FF2B5EF4-FFF2-40B4-BE49-F238E27FC236}">
                <a16:creationId xmlns:a16="http://schemas.microsoft.com/office/drawing/2014/main" id="{94729CA3-91C4-4A89-9448-A2F0E40917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168347B7-45FA-4A01-924D-DC385B720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508635"/>
            <a:ext cx="11090274" cy="1332000"/>
          </a:xfrm>
        </p:spPr>
        <p:txBody>
          <a:bodyPr rtlCol="0">
            <a:normAutofit/>
          </a:bodyPr>
          <a:lstStyle>
            <a:lvl1pPr>
              <a:lnSpc>
                <a:spcPct val="100000"/>
              </a:lnSpc>
              <a:defRPr lang="de-DE" sz="40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0862" y="2097175"/>
            <a:ext cx="5435600" cy="3995650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>
                <a:solidFill>
                  <a:schemeClr val="tx1"/>
                </a:solidFill>
              </a:defRPr>
            </a:lvl1pPr>
            <a:lvl2pPr marL="228600">
              <a:spcBef>
                <a:spcPts val="1000"/>
              </a:spcBef>
              <a:defRPr lang="de-DE" sz="1800">
                <a:solidFill>
                  <a:schemeClr val="tx1"/>
                </a:solidFill>
              </a:defRPr>
            </a:lvl2pPr>
            <a:lvl3pPr marL="411480" indent="-228600">
              <a:spcBef>
                <a:spcPts val="1000"/>
              </a:spcBef>
              <a:defRPr lang="de-DE" sz="1800">
                <a:solidFill>
                  <a:schemeClr val="tx1"/>
                </a:solidFill>
              </a:defRPr>
            </a:lvl3pPr>
            <a:lvl4pPr marL="594360">
              <a:spcBef>
                <a:spcPts val="1000"/>
              </a:spcBef>
              <a:defRPr lang="de-DE" sz="1800">
                <a:solidFill>
                  <a:schemeClr val="tx1"/>
                </a:solidFill>
              </a:defRPr>
            </a:lvl4pPr>
            <a:lvl5pPr marL="777240">
              <a:spcBef>
                <a:spcPts val="1000"/>
              </a:spcBef>
              <a:defRPr lang="de-DE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6B65629D-0977-C0EA-5E0B-C4822F43DAEE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205540" y="2097175"/>
            <a:ext cx="5435600" cy="3995650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>
                <a:solidFill>
                  <a:schemeClr val="tx1"/>
                </a:solidFill>
              </a:defRPr>
            </a:lvl1pPr>
            <a:lvl2pPr marL="228600">
              <a:spcBef>
                <a:spcPts val="1000"/>
              </a:spcBef>
              <a:defRPr lang="de-DE" sz="1800">
                <a:solidFill>
                  <a:schemeClr val="tx1"/>
                </a:solidFill>
              </a:defRPr>
            </a:lvl2pPr>
            <a:lvl3pPr marL="411480" indent="-228600">
              <a:spcBef>
                <a:spcPts val="1000"/>
              </a:spcBef>
              <a:defRPr lang="de-DE" sz="1800">
                <a:solidFill>
                  <a:schemeClr val="tx1"/>
                </a:solidFill>
              </a:defRPr>
            </a:lvl3pPr>
            <a:lvl4pPr marL="594360">
              <a:spcBef>
                <a:spcPts val="1000"/>
              </a:spcBef>
              <a:defRPr lang="de-DE" sz="1800">
                <a:solidFill>
                  <a:schemeClr val="tx1"/>
                </a:solidFill>
              </a:defRPr>
            </a:lvl4pPr>
            <a:lvl5pPr marL="777240">
              <a:spcBef>
                <a:spcPts val="1000"/>
              </a:spcBef>
              <a:defRPr lang="de-DE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BA1B0FB-D917-4C8C-928F-313BD683BF39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06119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 + Bild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974" y="196900"/>
            <a:ext cx="4899628" cy="2331490"/>
          </a:xfrm>
        </p:spPr>
        <p:txBody>
          <a:bodyPr rtlCol="0" anchor="b" anchorCtr="0">
            <a:noAutofit/>
          </a:bodyPr>
          <a:lstStyle>
            <a:lvl1pPr algn="r">
              <a:defRPr lang="de-DE" sz="40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3162" y="2827209"/>
            <a:ext cx="4917440" cy="3442144"/>
          </a:xfrm>
        </p:spPr>
        <p:txBody>
          <a:bodyPr rtlCol="0">
            <a:normAutofit/>
          </a:bodyPr>
          <a:lstStyle>
            <a:lvl1pPr marL="0" indent="0" algn="r">
              <a:buNone/>
              <a:defRPr lang="de-DE" sz="1800">
                <a:solidFill>
                  <a:schemeClr val="tx1"/>
                </a:solidFill>
              </a:defRPr>
            </a:lvl1pPr>
            <a:lvl2pPr algn="r">
              <a:defRPr lang="de-DE" sz="1200">
                <a:solidFill>
                  <a:schemeClr val="tx1"/>
                </a:solidFill>
              </a:defRPr>
            </a:lvl2pPr>
            <a:lvl3pPr algn="r">
              <a:defRPr lang="de-DE" sz="1200">
                <a:solidFill>
                  <a:schemeClr val="tx1"/>
                </a:solidFill>
              </a:defRPr>
            </a:lvl3pPr>
            <a:lvl4pPr algn="r">
              <a:defRPr lang="de-DE" sz="1200">
                <a:solidFill>
                  <a:schemeClr val="tx1"/>
                </a:solidFill>
              </a:defRPr>
            </a:lvl4pPr>
            <a:lvl5pPr algn="r">
              <a:defRPr lang="de-DE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588" y="0"/>
            <a:ext cx="6095998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904CD02-7C7D-28DD-85A8-2FD92C29D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803321" y="682622"/>
            <a:ext cx="734257" cy="760506"/>
            <a:chOff x="5243759" y="1363788"/>
            <a:chExt cx="734257" cy="760506"/>
          </a:xfrm>
        </p:grpSpPr>
        <p:sp>
          <p:nvSpPr>
            <p:cNvPr id="9" name="Freihandform 5">
              <a:extLst>
                <a:ext uri="{FF2B5EF4-FFF2-40B4-BE49-F238E27FC236}">
                  <a16:creationId xmlns:a16="http://schemas.microsoft.com/office/drawing/2014/main" id="{FB7341D0-DC30-9661-B3E0-91DE7C37946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0" name="Freihandform 6">
              <a:extLst>
                <a:ext uri="{FF2B5EF4-FFF2-40B4-BE49-F238E27FC236}">
                  <a16:creationId xmlns:a16="http://schemas.microsoft.com/office/drawing/2014/main" id="{92A118B5-9F91-EA1B-3F95-6BFA5095544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1" name="Freihandform 8">
              <a:extLst>
                <a:ext uri="{FF2B5EF4-FFF2-40B4-BE49-F238E27FC236}">
                  <a16:creationId xmlns:a16="http://schemas.microsoft.com/office/drawing/2014/main" id="{208891A5-91FA-D924-CB46-E74B50635001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sp>
        <p:nvSpPr>
          <p:cNvPr id="15" name="Ellipse 14">
            <a:extLst>
              <a:ext uri="{FF2B5EF4-FFF2-40B4-BE49-F238E27FC236}">
                <a16:creationId xmlns:a16="http://schemas.microsoft.com/office/drawing/2014/main" id="{BE5F7483-2261-D4C4-30E3-2D379D8CA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189378" y="523262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356176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llipse 21">
            <a:extLst>
              <a:ext uri="{FF2B5EF4-FFF2-40B4-BE49-F238E27FC236}">
                <a16:creationId xmlns:a16="http://schemas.microsoft.com/office/drawing/2014/main" id="{94729CA3-91C4-4A89-9448-A2F0E40917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488315"/>
            <a:ext cx="11090274" cy="1332000"/>
          </a:xfrm>
        </p:spPr>
        <p:txBody>
          <a:bodyPr rtlCol="0">
            <a:normAutofit/>
          </a:bodyPr>
          <a:lstStyle>
            <a:lvl1pPr>
              <a:lnSpc>
                <a:spcPct val="100000"/>
              </a:lnSpc>
              <a:defRPr lang="de-DE" sz="40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EFC6ED4-22DD-0C3B-D15A-218307AB6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379261" y="2030035"/>
            <a:ext cx="1335600" cy="1262947"/>
            <a:chOff x="10145015" y="2343978"/>
            <a:chExt cx="1335600" cy="1262947"/>
          </a:xfrm>
        </p:grpSpPr>
        <p:sp>
          <p:nvSpPr>
            <p:cNvPr id="12" name="Freihandform: Form 25">
              <a:extLst>
                <a:ext uri="{FF2B5EF4-FFF2-40B4-BE49-F238E27FC236}">
                  <a16:creationId xmlns:a16="http://schemas.microsoft.com/office/drawing/2014/main" id="{E4CD0F67-4BE8-1120-FCAE-806F9E18DD58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59B74B85-E3CB-E24E-54C6-AB161411D93A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sp>
        <p:nvSpPr>
          <p:cNvPr id="15" name="Freihandform: Form 21">
            <a:extLst>
              <a:ext uri="{FF2B5EF4-FFF2-40B4-BE49-F238E27FC236}">
                <a16:creationId xmlns:a16="http://schemas.microsoft.com/office/drawing/2014/main" id="{5781DEED-6608-D622-CA5E-C91FD8645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4295775" y="0"/>
            <a:ext cx="360000" cy="274638"/>
          </a:xfrm>
          <a:custGeom>
            <a:avLst/>
            <a:gdLst>
              <a:gd name="connsiteX0" fmla="*/ 30714 w 360000"/>
              <a:gd name="connsiteY0" fmla="*/ 0 h 274638"/>
              <a:gd name="connsiteX1" fmla="*/ 329286 w 360000"/>
              <a:gd name="connsiteY1" fmla="*/ 0 h 274638"/>
              <a:gd name="connsiteX2" fmla="*/ 345855 w 360000"/>
              <a:gd name="connsiteY2" fmla="*/ 24574 h 274638"/>
              <a:gd name="connsiteX3" fmla="*/ 360000 w 360000"/>
              <a:gd name="connsiteY3" fmla="*/ 94638 h 274638"/>
              <a:gd name="connsiteX4" fmla="*/ 180000 w 360000"/>
              <a:gd name="connsiteY4" fmla="*/ 274638 h 274638"/>
              <a:gd name="connsiteX5" fmla="*/ 0 w 360000"/>
              <a:gd name="connsiteY5" fmla="*/ 94638 h 274638"/>
              <a:gd name="connsiteX6" fmla="*/ 14145 w 360000"/>
              <a:gd name="connsiteY6" fmla="*/ 24574 h 274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0000" h="274638">
                <a:moveTo>
                  <a:pt x="30714" y="0"/>
                </a:moveTo>
                <a:lnTo>
                  <a:pt x="329286" y="0"/>
                </a:lnTo>
                <a:lnTo>
                  <a:pt x="345855" y="24574"/>
                </a:lnTo>
                <a:cubicBezTo>
                  <a:pt x="354963" y="46109"/>
                  <a:pt x="360000" y="69785"/>
                  <a:pt x="360000" y="94638"/>
                </a:cubicBezTo>
                <a:cubicBezTo>
                  <a:pt x="360000" y="194049"/>
                  <a:pt x="279411" y="274638"/>
                  <a:pt x="180000" y="274638"/>
                </a:cubicBezTo>
                <a:cubicBezTo>
                  <a:pt x="80589" y="274638"/>
                  <a:pt x="0" y="194049"/>
                  <a:pt x="0" y="94638"/>
                </a:cubicBezTo>
                <a:cubicBezTo>
                  <a:pt x="0" y="69785"/>
                  <a:pt x="5037" y="46109"/>
                  <a:pt x="14145" y="24574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168347B7-45FA-4A01-924D-DC385B720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0862" y="1965095"/>
            <a:ext cx="5435600" cy="3995650"/>
          </a:xfrm>
        </p:spPr>
        <p:txBody>
          <a:bodyPr rtlCol="0">
            <a:normAutofit/>
          </a:bodyPr>
          <a:lstStyle>
            <a:lvl1pPr marL="0" indent="0">
              <a:buNone/>
              <a:defRPr lang="de-DE" sz="1800">
                <a:solidFill>
                  <a:schemeClr val="tx1"/>
                </a:solidFill>
              </a:defRPr>
            </a:lvl1pPr>
            <a:lvl2pPr>
              <a:defRPr lang="de-DE" sz="1800">
                <a:solidFill>
                  <a:schemeClr val="tx1"/>
                </a:solidFill>
              </a:defRPr>
            </a:lvl2pPr>
            <a:lvl3pPr>
              <a:defRPr lang="de-DE" sz="1800">
                <a:solidFill>
                  <a:schemeClr val="tx1"/>
                </a:solidFill>
              </a:defRPr>
            </a:lvl3pPr>
            <a:lvl4pPr>
              <a:defRPr lang="de-DE" sz="1800">
                <a:solidFill>
                  <a:schemeClr val="tx1"/>
                </a:solidFill>
              </a:defRPr>
            </a:lvl4pPr>
            <a:lvl5pPr>
              <a:defRPr lang="de-DE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C4B946DE-F802-2F36-2789-09D7F8604081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301305" y="1965095"/>
            <a:ext cx="5339397" cy="3995650"/>
          </a:xfrm>
        </p:spPr>
        <p:txBody>
          <a:bodyPr rtlCol="0">
            <a:normAutofit/>
          </a:bodyPr>
          <a:lstStyle>
            <a:lvl1pPr marL="0" indent="0">
              <a:buNone/>
              <a:defRPr lang="de-DE" sz="1800">
                <a:solidFill>
                  <a:schemeClr val="tx1"/>
                </a:solidFill>
              </a:defRPr>
            </a:lvl1pPr>
            <a:lvl2pPr>
              <a:defRPr lang="de-DE" sz="1800">
                <a:solidFill>
                  <a:schemeClr val="tx1"/>
                </a:solidFill>
              </a:defRPr>
            </a:lvl2pPr>
            <a:lvl3pPr>
              <a:defRPr lang="de-DE" sz="1800">
                <a:solidFill>
                  <a:schemeClr val="tx1"/>
                </a:solidFill>
              </a:defRPr>
            </a:lvl3pPr>
            <a:lvl4pPr>
              <a:defRPr lang="de-DE" sz="1800">
                <a:solidFill>
                  <a:schemeClr val="tx1"/>
                </a:solidFill>
              </a:defRPr>
            </a:lvl4pPr>
            <a:lvl5pPr>
              <a:defRPr lang="de-DE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BA1B0FB-D917-4C8C-928F-313BD683BF39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165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bemerk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llipse 6">
            <a:extLst>
              <a:ext uri="{FF2B5EF4-FFF2-40B4-BE49-F238E27FC236}">
                <a16:creationId xmlns:a16="http://schemas.microsoft.com/office/drawing/2014/main" id="{E57989ED-9663-5033-AA83-267069FC5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5303845" y="5427212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9536" y="549274"/>
            <a:ext cx="5179330" cy="2841829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de-DE" sz="5400" dirty="0"/>
            </a:lvl1pPr>
          </a:lstStyle>
          <a:p>
            <a:pPr lvl="0" rtl="0">
              <a:lnSpc>
                <a:spcPct val="100000"/>
              </a:lnSpc>
            </a:pPr>
            <a:r>
              <a:rPr lang="de-DE"/>
              <a:t>Titel durch Klicken hinzufügen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537" y="3646704"/>
            <a:ext cx="5179330" cy="2706160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de-DE" sz="1800">
                <a:solidFill>
                  <a:schemeClr val="tx1"/>
                </a:solidFill>
              </a:defRPr>
            </a:lvl1pPr>
            <a:lvl2pPr marL="457200" indent="0">
              <a:spcBef>
                <a:spcPts val="1000"/>
              </a:spcBef>
              <a:buNone/>
              <a:defRPr lang="de-DE" sz="1200">
                <a:solidFill>
                  <a:schemeClr val="tx1"/>
                </a:solidFill>
              </a:defRPr>
            </a:lvl2pPr>
            <a:lvl3pPr marL="914400" indent="0">
              <a:spcBef>
                <a:spcPts val="1000"/>
              </a:spcBef>
              <a:buNone/>
              <a:defRPr lang="de-DE" sz="1200">
                <a:solidFill>
                  <a:schemeClr val="tx1"/>
                </a:solidFill>
              </a:defRPr>
            </a:lvl3pPr>
            <a:lvl4pPr marL="1371600" indent="0">
              <a:spcBef>
                <a:spcPts val="1000"/>
              </a:spcBef>
              <a:buNone/>
              <a:defRPr lang="de-DE" sz="1200">
                <a:solidFill>
                  <a:schemeClr val="tx1"/>
                </a:solidFill>
              </a:defRPr>
            </a:lvl4pPr>
            <a:lvl5pPr marL="1828800" indent="0">
              <a:spcBef>
                <a:spcPts val="1000"/>
              </a:spcBef>
              <a:buNone/>
              <a:defRPr lang="de-DE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5392876F-0BBD-F80A-DE7F-8831AD3BF3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26138" y="549275"/>
            <a:ext cx="5654675" cy="57880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64E08E8E-10CB-55BC-8AFF-E64C800B9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94036" y="5610392"/>
            <a:ext cx="667802" cy="631474"/>
            <a:chOff x="10478914" y="1506691"/>
            <a:chExt cx="667802" cy="631474"/>
          </a:xfrm>
        </p:grpSpPr>
        <p:sp>
          <p:nvSpPr>
            <p:cNvPr id="10" name="Freihandform: Form 15">
              <a:extLst>
                <a:ext uri="{FF2B5EF4-FFF2-40B4-BE49-F238E27FC236}">
                  <a16:creationId xmlns:a16="http://schemas.microsoft.com/office/drawing/2014/main" id="{B439260B-AC6B-1C83-1A63-058A7E7EFCC9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606715" y="1506691"/>
              <a:ext cx="540001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101600" dist="50800" dir="732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4ADD32DC-9BAF-DA32-4E29-A6D403E04377}"/>
                </a:ext>
              </a:extLst>
            </p:cNvPr>
            <p:cNvSpPr/>
            <p:nvPr/>
          </p:nvSpPr>
          <p:spPr>
            <a:xfrm rot="13500000">
              <a:off x="10613915" y="1424627"/>
              <a:ext cx="270000" cy="540001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BDBC526-6DCD-4FF6-8395-D8C22E46E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BA1B0FB-D917-4C8C-928F-313BD683BF39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6071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9149" y="389840"/>
            <a:ext cx="8281987" cy="2954655"/>
          </a:xfrm>
        </p:spPr>
        <p:txBody>
          <a:bodyPr rtlCol="0" anchor="t" anchorCtr="0">
            <a:normAutofit/>
          </a:bodyPr>
          <a:lstStyle>
            <a:lvl1pPr algn="l">
              <a:lnSpc>
                <a:spcPct val="100000"/>
              </a:lnSpc>
              <a:defRPr lang="de-DE" sz="64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59149" y="3536951"/>
            <a:ext cx="8281989" cy="2555874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lang="de-DE" sz="2400">
                <a:solidFill>
                  <a:schemeClr val="tx1"/>
                </a:solidFill>
              </a:defRPr>
            </a:lvl1pPr>
            <a:lvl2pPr marL="457200" indent="0" algn="ctr">
              <a:buNone/>
              <a:defRPr lang="de-DE" sz="2000"/>
            </a:lvl2pPr>
            <a:lvl3pPr marL="914400" indent="0" algn="ctr">
              <a:buNone/>
              <a:defRPr lang="de-DE" sz="1800"/>
            </a:lvl3pPr>
            <a:lvl4pPr marL="1371600" indent="0" algn="ctr">
              <a:buNone/>
              <a:defRPr lang="de-DE" sz="1600"/>
            </a:lvl4pPr>
            <a:lvl5pPr marL="1828800" indent="0" algn="ctr">
              <a:buNone/>
              <a:defRPr lang="de-DE" sz="1600"/>
            </a:lvl5pPr>
            <a:lvl6pPr marL="2286000" indent="0" algn="ctr">
              <a:buNone/>
              <a:defRPr lang="de-DE" sz="1600"/>
            </a:lvl6pPr>
            <a:lvl7pPr marL="2743200" indent="0" algn="ctr">
              <a:buNone/>
              <a:defRPr lang="de-DE" sz="1600"/>
            </a:lvl7pPr>
            <a:lvl8pPr marL="3200400" indent="0" algn="ctr">
              <a:buNone/>
              <a:defRPr lang="de-DE" sz="1600"/>
            </a:lvl8pPr>
            <a:lvl9pPr marL="3657600" indent="0" algn="ctr">
              <a:buNone/>
              <a:defRPr lang="de-DE" sz="1600"/>
            </a:lvl9pPr>
          </a:lstStyle>
          <a:p>
            <a:pPr rtl="0"/>
            <a:r>
              <a:rPr lang="de-DE"/>
              <a:t>Untertitel durch Klicken hinzufügen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DBA1B0FB-D917-4C8C-928F-313BD683BF39}" type="slidenum">
              <a:rPr lang="de-DE" smtClean="0"/>
              <a:t>‹Nr.›</a:t>
            </a:fld>
            <a:endParaRPr lang="de-DE" dirty="0"/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82184FF4-7029-4ED7-813A-192E60608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 rot="2700000">
            <a:off x="612445" y="481888"/>
            <a:ext cx="1080000" cy="1262947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AAA7AB09-557C-41AD-9113-FF9F68FA10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8100000">
            <a:off x="626845" y="828962"/>
            <a:ext cx="540000" cy="1080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EF99ECAA-1F11-4937-BBA6-51935AB44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800802" y="247285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79DE9FAB-6BBA-4CFE-B67D-77B47F01E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29952" y="4524379"/>
            <a:ext cx="1980001" cy="1363916"/>
            <a:chOff x="4879602" y="3781429"/>
            <a:chExt cx="1980001" cy="1363916"/>
          </a:xfrm>
        </p:grpSpPr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36" name="Freihandform: Form 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</a:lstStyle>
            <a:p>
              <a:pPr algn="ctr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37" name="Ellipse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</p:spTree>
    <p:extLst>
      <p:ext uri="{BB962C8B-B14F-4D97-AF65-F5344CB8AC3E}">
        <p14:creationId xmlns:p14="http://schemas.microsoft.com/office/powerpoint/2010/main" val="3412362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0"/>
            <a:ext cx="11090275" cy="1333057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>
            <a:defPPr>
              <a:defRPr lang="de-DE"/>
            </a:defPPr>
          </a:lstStyle>
          <a:p>
            <a:pPr lvl="0" rtl="0">
              <a:lnSpc>
                <a:spcPct val="100000"/>
              </a:lnSpc>
            </a:pPr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2113862"/>
            <a:ext cx="11091600" cy="397896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0863" y="6507212"/>
            <a:ext cx="262890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lang="de-DE"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pPr rtl="0"/>
            <a:r>
              <a:rPr lang="de-DE"/>
              <a:t>20XX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59150" y="6507212"/>
            <a:ext cx="637921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lang="de-DE"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48863" y="6507212"/>
            <a:ext cx="1692274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lang="de-DE"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pPr rtl="0"/>
            <a:fld id="{DBA1B0FB-D917-4C8C-928F-313BD683BF39}" type="slidenum">
              <a:rPr lang="de-DE" smtClean="0"/>
              <a:pPr rtl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212557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6" r:id="rId3"/>
    <p:sldLayoutId id="2147483697" r:id="rId4"/>
    <p:sldLayoutId id="2147483703" r:id="rId5"/>
    <p:sldLayoutId id="2147483698" r:id="rId6"/>
    <p:sldLayoutId id="2147483704" r:id="rId7"/>
    <p:sldLayoutId id="2147483699" r:id="rId8"/>
    <p:sldLayoutId id="2147483688" r:id="rId9"/>
    <p:sldLayoutId id="2147483686" r:id="rId10"/>
    <p:sldLayoutId id="214748368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de-DE" sz="480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spcAft>
          <a:spcPts val="800"/>
        </a:spcAft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de-DE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de-DE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de-DE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de-DE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2" pos="3840">
          <p15:clr>
            <a:srgbClr val="F26B43"/>
          </p15:clr>
        </p15:guide>
        <p15:guide id="33" orient="horz" pos="2160">
          <p15:clr>
            <a:srgbClr val="F26B43"/>
          </p15:clr>
        </p15:guide>
        <p15:guide id="34" pos="347">
          <p15:clr>
            <a:srgbClr val="F26B43"/>
          </p15:clr>
        </p15:guide>
        <p15:guide id="35" pos="7333">
          <p15:clr>
            <a:srgbClr val="F26B43"/>
          </p15:clr>
        </p15:guide>
        <p15:guide id="36" orient="horz" pos="346">
          <p15:clr>
            <a:srgbClr val="F26B43"/>
          </p15:clr>
        </p15:guide>
        <p15:guide id="37" orient="horz" pos="3974">
          <p15:clr>
            <a:srgbClr val="F26B43"/>
          </p15:clr>
        </p15:guide>
        <p15:guide id="38" pos="824">
          <p15:clr>
            <a:srgbClr val="A4A3A4"/>
          </p15:clr>
        </p15:guide>
        <p15:guide id="39" pos="937">
          <p15:clr>
            <a:srgbClr val="A4A3A4"/>
          </p15:clr>
        </p15:guide>
        <p15:guide id="40" pos="1413">
          <p15:clr>
            <a:srgbClr val="A4A3A4"/>
          </p15:clr>
        </p15:guide>
        <p15:guide id="41" pos="1527">
          <p15:clr>
            <a:srgbClr val="A4A3A4"/>
          </p15:clr>
        </p15:guide>
        <p15:guide id="42" pos="2003">
          <p15:clr>
            <a:srgbClr val="A4A3A4"/>
          </p15:clr>
        </p15:guide>
        <p15:guide id="43" pos="2116">
          <p15:clr>
            <a:srgbClr val="A4A3A4"/>
          </p15:clr>
        </p15:guide>
        <p15:guide id="44" pos="2593">
          <p15:clr>
            <a:srgbClr val="A4A3A4"/>
          </p15:clr>
        </p15:guide>
        <p15:guide id="45" pos="2706">
          <p15:clr>
            <a:srgbClr val="A4A3A4"/>
          </p15:clr>
        </p15:guide>
        <p15:guide id="46" pos="3182">
          <p15:clr>
            <a:srgbClr val="A4A3A4"/>
          </p15:clr>
        </p15:guide>
        <p15:guide id="47" pos="3318">
          <p15:clr>
            <a:srgbClr val="A4A3A4"/>
          </p15:clr>
        </p15:guide>
        <p15:guide id="48" pos="3772">
          <p15:clr>
            <a:srgbClr val="A4A3A4"/>
          </p15:clr>
        </p15:guide>
        <p15:guide id="49" pos="3908">
          <p15:clr>
            <a:srgbClr val="A4A3A4"/>
          </p15:clr>
        </p15:guide>
        <p15:guide id="50" pos="4362">
          <p15:clr>
            <a:srgbClr val="A4A3A4"/>
          </p15:clr>
        </p15:guide>
        <p15:guide id="51" pos="4498">
          <p15:clr>
            <a:srgbClr val="A4A3A4"/>
          </p15:clr>
        </p15:guide>
        <p15:guide id="52" pos="4951">
          <p15:clr>
            <a:srgbClr val="A4A3A4"/>
          </p15:clr>
        </p15:guide>
        <p15:guide id="53" pos="5087">
          <p15:clr>
            <a:srgbClr val="A4A3A4"/>
          </p15:clr>
        </p15:guide>
        <p15:guide id="54" pos="5541">
          <p15:clr>
            <a:srgbClr val="A4A3A4"/>
          </p15:clr>
        </p15:guide>
        <p15:guide id="55" pos="5677">
          <p15:clr>
            <a:srgbClr val="A4A3A4"/>
          </p15:clr>
        </p15:guide>
        <p15:guide id="56" pos="6153">
          <p15:clr>
            <a:srgbClr val="A4A3A4"/>
          </p15:clr>
        </p15:guide>
        <p15:guide id="57" pos="6267">
          <p15:clr>
            <a:srgbClr val="A4A3A4"/>
          </p15:clr>
        </p15:guide>
        <p15:guide id="58" pos="6743">
          <p15:clr>
            <a:srgbClr val="A4A3A4"/>
          </p15:clr>
        </p15:guide>
        <p15:guide id="59" pos="6856">
          <p15:clr>
            <a:srgbClr val="A4A3A4"/>
          </p15:clr>
        </p15:guide>
        <p15:guide id="60" orient="horz" pos="3838">
          <p15:clr>
            <a:srgbClr val="A4A3A4"/>
          </p15:clr>
        </p15:guide>
        <p15:guide id="61" orient="horz" pos="2092">
          <p15:clr>
            <a:srgbClr val="A4A3A4"/>
          </p15:clr>
        </p15:guide>
        <p15:guide id="62" orient="horz" pos="2228">
          <p15:clr>
            <a:srgbClr val="A4A3A4"/>
          </p15:clr>
        </p15:guide>
        <p15:guide id="63" orient="horz" pos="845">
          <p15:clr>
            <a:srgbClr val="A4A3A4"/>
          </p15:clr>
        </p15:guide>
        <p15:guide id="64" orient="horz" pos="958">
          <p15:clr>
            <a:srgbClr val="A4A3A4"/>
          </p15:clr>
        </p15:guide>
        <p15:guide id="65" orient="horz" pos="1480">
          <p15:clr>
            <a:srgbClr val="A4A3A4"/>
          </p15:clr>
        </p15:guide>
        <p15:guide id="66" orient="horz" pos="1593">
          <p15:clr>
            <a:srgbClr val="A4A3A4"/>
          </p15:clr>
        </p15:guide>
        <p15:guide id="67" orient="horz" pos="2727">
          <p15:clr>
            <a:srgbClr val="A4A3A4"/>
          </p15:clr>
        </p15:guide>
        <p15:guide id="68" orient="horz" pos="2840">
          <p15:clr>
            <a:srgbClr val="A4A3A4"/>
          </p15:clr>
        </p15:guide>
        <p15:guide id="69" orient="horz" pos="3339">
          <p15:clr>
            <a:srgbClr val="A4A3A4"/>
          </p15:clr>
        </p15:guide>
        <p15:guide id="70" orient="horz" pos="347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0047101-8D42-6100-9CEA-AEC0FAEAB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8020" y="662937"/>
            <a:ext cx="4624442" cy="5542025"/>
          </a:xfrm>
          <a:noFill/>
        </p:spPr>
        <p:txBody>
          <a:bodyPr rtlCol="0" anchor="ctr">
            <a:noAutofit/>
          </a:bodyPr>
          <a:lstStyle>
            <a:defPPr>
              <a:defRPr lang="de-DE"/>
            </a:defPPr>
          </a:lstStyle>
          <a:p>
            <a:pPr algn="ctr"/>
            <a:r>
              <a:rPr lang="de-DE" dirty="0"/>
              <a:t>UNO</a:t>
            </a:r>
            <a:br>
              <a:rPr lang="de-DE" dirty="0"/>
            </a:br>
            <a:br>
              <a:rPr lang="de-DE" dirty="0"/>
            </a:br>
            <a:r>
              <a:rPr lang="de-DE" dirty="0"/>
              <a:t>KI-Agenten</a:t>
            </a:r>
            <a:br>
              <a:rPr lang="de-DE" dirty="0"/>
            </a:br>
            <a:r>
              <a:rPr lang="de-DE" dirty="0"/>
              <a:t>verstehen</a:t>
            </a:r>
          </a:p>
        </p:txBody>
      </p:sp>
      <p:pic>
        <p:nvPicPr>
          <p:cNvPr id="8" name="Bildplatzhalter 13" descr="Digitaler Hintergrund für Datenpunkte">
            <a:extLst>
              <a:ext uri="{FF2B5EF4-FFF2-40B4-BE49-F238E27FC236}">
                <a16:creationId xmlns:a16="http://schemas.microsoft.com/office/drawing/2014/main" id="{53227D59-33F9-9DDB-1C5C-A938A989EE5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6" r="7936"/>
          <a:stretch/>
        </p:blipFill>
        <p:spPr>
          <a:xfrm>
            <a:off x="0" y="0"/>
            <a:ext cx="6267450" cy="6858000"/>
          </a:xfrm>
        </p:spPr>
      </p:pic>
    </p:spTree>
    <p:extLst>
      <p:ext uri="{BB962C8B-B14F-4D97-AF65-F5344CB8AC3E}">
        <p14:creationId xmlns:p14="http://schemas.microsoft.com/office/powerpoint/2010/main" val="2803092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D5BE93-0252-3CC3-B567-14EC47EB8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1073027"/>
          </a:xfrm>
        </p:spPr>
        <p:txBody>
          <a:bodyPr rtlCol="0"/>
          <a:lstStyle>
            <a:defPPr>
              <a:defRPr lang="de-DE"/>
            </a:defPPr>
          </a:lstStyle>
          <a:p>
            <a:pPr algn="ctr" rtl="0"/>
            <a:r>
              <a:rPr lang="de-DE" dirty="0"/>
              <a:t>KI-Agenten sind mehr als nur ein LLM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49DDB041-36E9-80BB-3138-72A86F890EDF}"/>
              </a:ext>
            </a:extLst>
          </p:cNvPr>
          <p:cNvSpPr txBox="1">
            <a:spLocks/>
          </p:cNvSpPr>
          <p:nvPr/>
        </p:nvSpPr>
        <p:spPr>
          <a:xfrm>
            <a:off x="758031" y="2044700"/>
            <a:ext cx="5545137" cy="3913188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>
            <a:defPPr>
              <a:defRPr lang="de-DE"/>
            </a:defPPr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 pitchFamily="34" charset="0"/>
              <a:buNone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de-DE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de-DE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de-DE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de-DE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Hat ein LLM als Inhalt</a:t>
            </a:r>
          </a:p>
          <a:p>
            <a:pPr marL="971550" lvl="1" indent="-285750"/>
            <a:r>
              <a:rPr lang="de-DE" sz="2400" dirty="0"/>
              <a:t>denkt, entscheidet, formuliert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System Prompt</a:t>
            </a:r>
          </a:p>
          <a:p>
            <a:pPr marL="971550" lvl="1" indent="-285750"/>
            <a:r>
              <a:rPr lang="de-DE" sz="2400" dirty="0"/>
              <a:t>Regeln und Rolle des Agenten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Tools</a:t>
            </a:r>
          </a:p>
          <a:p>
            <a:pPr marL="971550" lvl="1" indent="-285750"/>
            <a:r>
              <a:rPr lang="de-DE" sz="2400" dirty="0"/>
              <a:t>z.B. Datei schreiben, API aufrufen, Datenbank abfragen</a:t>
            </a:r>
          </a:p>
        </p:txBody>
      </p:sp>
    </p:spTree>
    <p:extLst>
      <p:ext uri="{BB962C8B-B14F-4D97-AF65-F5344CB8AC3E}">
        <p14:creationId xmlns:p14="http://schemas.microsoft.com/office/powerpoint/2010/main" val="2665045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5FE91-5407-8DD4-2106-367E2FED0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43C935-B626-8079-5EE3-F457EFD50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4"/>
            <a:ext cx="11090275" cy="1073027"/>
          </a:xfrm>
        </p:spPr>
        <p:txBody>
          <a:bodyPr rtlCol="0"/>
          <a:lstStyle>
            <a:defPPr>
              <a:defRPr lang="de-DE"/>
            </a:defPPr>
          </a:lstStyle>
          <a:p>
            <a:pPr algn="ctr" rtl="0"/>
            <a:r>
              <a:rPr lang="de-DE" dirty="0"/>
              <a:t>KI-Agenten sind mehr als nur ein LLM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D68EFB1F-B9AB-BB03-DC0A-89D6D1A4AFD0}"/>
              </a:ext>
            </a:extLst>
          </p:cNvPr>
          <p:cNvSpPr txBox="1">
            <a:spLocks/>
          </p:cNvSpPr>
          <p:nvPr/>
        </p:nvSpPr>
        <p:spPr>
          <a:xfrm>
            <a:off x="770731" y="2019300"/>
            <a:ext cx="6017419" cy="3913188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defPPr>
              <a:defRPr lang="de-DE"/>
            </a:defPPr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 pitchFamily="34" charset="0"/>
              <a:buNone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de-DE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de-DE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de-DE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de-DE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Speicher / Zustand merkt sich Zwischenergebnisse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Entscheidungslogik</a:t>
            </a:r>
          </a:p>
          <a:p>
            <a:pPr marL="971550" lvl="1" indent="-285750"/>
            <a:r>
              <a:rPr lang="de-DE" sz="2400" dirty="0"/>
              <a:t>wählt nächste Aktion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dirty="0"/>
              <a:t>Umgebung</a:t>
            </a:r>
          </a:p>
          <a:p>
            <a:pPr marL="971550" lvl="1" indent="-285750"/>
            <a:r>
              <a:rPr lang="de-DE" sz="2400" dirty="0"/>
              <a:t>Spiel, Web-App, API, Dateisystem usw.</a:t>
            </a:r>
          </a:p>
        </p:txBody>
      </p:sp>
    </p:spTree>
    <p:extLst>
      <p:ext uri="{BB962C8B-B14F-4D97-AF65-F5344CB8AC3E}">
        <p14:creationId xmlns:p14="http://schemas.microsoft.com/office/powerpoint/2010/main" val="897801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0034E89-1952-5288-08A0-70A4A73BE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4045464"/>
            <a:ext cx="11115355" cy="2286000"/>
          </a:xfrm>
          <a:noFill/>
        </p:spPr>
        <p:txBody>
          <a:bodyPr rtlCol="0" anchor="ctr"/>
          <a:lstStyle>
            <a:defPPr>
              <a:defRPr lang="de-DE"/>
            </a:defPPr>
          </a:lstStyle>
          <a:p>
            <a:pPr algn="ctr" rtl="0"/>
            <a:r>
              <a:rPr lang="de-DE" dirty="0"/>
              <a:t>Die Grundbausteine eines</a:t>
            </a:r>
            <a:br>
              <a:rPr lang="de-DE" dirty="0"/>
            </a:br>
            <a:r>
              <a:rPr lang="de-DE" dirty="0"/>
              <a:t>KI-Agenten</a:t>
            </a:r>
          </a:p>
        </p:txBody>
      </p:sp>
      <p:pic>
        <p:nvPicPr>
          <p:cNvPr id="11" name="Bildplatzhalter 15" descr="Digitaler Hintergrund für Datenpunkte">
            <a:extLst>
              <a:ext uri="{FF2B5EF4-FFF2-40B4-BE49-F238E27FC236}">
                <a16:creationId xmlns:a16="http://schemas.microsoft.com/office/drawing/2014/main" id="{A496DCE5-C34A-22C2-A9D8-E90DFC8CE86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4594"/>
            <a:ext cx="12192000" cy="3771878"/>
          </a:xfrm>
        </p:spPr>
      </p:pic>
    </p:spTree>
    <p:extLst>
      <p:ext uri="{BB962C8B-B14F-4D97-AF65-F5344CB8AC3E}">
        <p14:creationId xmlns:p14="http://schemas.microsoft.com/office/powerpoint/2010/main" val="18397480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2" y="196900"/>
            <a:ext cx="5386721" cy="1120558"/>
          </a:xfrm>
          <a:noFill/>
        </p:spPr>
        <p:txBody>
          <a:bodyPr rtlCol="0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Large Language Model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2446868-83F0-CEEF-5E60-6D55C93B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7271" y="2358189"/>
            <a:ext cx="4572166" cy="3499367"/>
          </a:xfrm>
          <a:noFill/>
        </p:spPr>
        <p:txBody>
          <a:bodyPr rtlCol="0"/>
          <a:lstStyle>
            <a:defPPr>
              <a:defRPr lang="de-DE"/>
            </a:defPPr>
          </a:lstStyle>
          <a:p>
            <a:pPr marL="342900" indent="-342900" rtl="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e-DE" dirty="0"/>
              <a:t>Das Gehirn des Agenten</a:t>
            </a:r>
          </a:p>
          <a:p>
            <a:pPr marL="342900" indent="-342900" rtl="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e-DE" dirty="0"/>
              <a:t>Versteht Eingaben</a:t>
            </a:r>
          </a:p>
          <a:p>
            <a:pPr marL="342900" indent="-342900" rtl="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e-DE" dirty="0"/>
              <a:t>Trifft Entscheidungen</a:t>
            </a:r>
          </a:p>
          <a:p>
            <a:pPr marL="342900" indent="-342900" rtl="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e-DE" dirty="0"/>
              <a:t>Erzeugt Antworten/Befehle</a:t>
            </a:r>
          </a:p>
          <a:p>
            <a:pPr marL="342900" indent="-342900" rtl="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de-DE" dirty="0"/>
              <a:t>Für Aktionen sind Tools nötig</a:t>
            </a:r>
          </a:p>
          <a:p>
            <a:pPr rtl="0"/>
            <a:endParaRPr lang="de-DE" dirty="0"/>
          </a:p>
        </p:txBody>
      </p:sp>
      <p:pic>
        <p:nvPicPr>
          <p:cNvPr id="8" name="Bildplatzhalter 7">
            <a:extLst>
              <a:ext uri="{FF2B5EF4-FFF2-40B4-BE49-F238E27FC236}">
                <a16:creationId xmlns:a16="http://schemas.microsoft.com/office/drawing/2014/main" id="{CBAEA433-EF0C-C41A-A993-54AAE65E904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67" r="16667"/>
          <a:stretch>
            <a:fillRect/>
          </a:stretch>
        </p:blipFill>
        <p:spPr>
          <a:custGeom>
            <a:avLst/>
            <a:gdLst>
              <a:gd name="connsiteX0" fmla="*/ 2566194 w 5132388"/>
              <a:gd name="connsiteY0" fmla="*/ 0 h 5132388"/>
              <a:gd name="connsiteX1" fmla="*/ 5132388 w 5132388"/>
              <a:gd name="connsiteY1" fmla="*/ 2566194 h 5132388"/>
              <a:gd name="connsiteX2" fmla="*/ 2566194 w 5132388"/>
              <a:gd name="connsiteY2" fmla="*/ 5132388 h 5132388"/>
              <a:gd name="connsiteX3" fmla="*/ 0 w 5132388"/>
              <a:gd name="connsiteY3" fmla="*/ 2566194 h 5132388"/>
              <a:gd name="connsiteX4" fmla="*/ 2566194 w 5132388"/>
              <a:gd name="connsiteY4" fmla="*/ 0 h 5132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32388" h="5132388">
                <a:moveTo>
                  <a:pt x="2566194" y="0"/>
                </a:moveTo>
                <a:cubicBezTo>
                  <a:pt x="3983464" y="0"/>
                  <a:pt x="5132388" y="1148924"/>
                  <a:pt x="5132388" y="2566194"/>
                </a:cubicBezTo>
                <a:cubicBezTo>
                  <a:pt x="5132388" y="3983464"/>
                  <a:pt x="3983464" y="5132388"/>
                  <a:pt x="2566194" y="5132388"/>
                </a:cubicBezTo>
                <a:cubicBezTo>
                  <a:pt x="1148924" y="5132388"/>
                  <a:pt x="0" y="3983464"/>
                  <a:pt x="0" y="2566194"/>
                </a:cubicBezTo>
                <a:cubicBezTo>
                  <a:pt x="0" y="1148924"/>
                  <a:pt x="1148924" y="0"/>
                  <a:pt x="2566194" y="0"/>
                </a:cubicBezTo>
                <a:close/>
              </a:path>
            </a:pathLst>
          </a:custGeom>
          <a:solidFill>
            <a:srgbClr val="A3A3C1"/>
          </a:solidFill>
        </p:spPr>
      </p:pic>
    </p:spTree>
    <p:extLst>
      <p:ext uri="{BB962C8B-B14F-4D97-AF65-F5344CB8AC3E}">
        <p14:creationId xmlns:p14="http://schemas.microsoft.com/office/powerpoint/2010/main" val="1388592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72343A-9CB0-F2AD-EF62-5DEE3E97F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08635"/>
            <a:ext cx="11090274" cy="1332000"/>
          </a:xfrm>
        </p:spPr>
        <p:txBody>
          <a:bodyPr wrap="square" rtlCol="0" anchor="t">
            <a:normAutofit/>
          </a:bodyPr>
          <a:lstStyle>
            <a:defPPr>
              <a:defRPr lang="de-DE"/>
            </a:defPPr>
          </a:lstStyle>
          <a:p>
            <a:pPr algn="ctr" rtl="0"/>
            <a:r>
              <a:rPr lang="de-DE" dirty="0"/>
              <a:t>System Prompt – Regeln und Rollen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58E4F04-6136-1AD7-597E-1D462CE2FC9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299" y="2097175"/>
            <a:ext cx="4756726" cy="3995650"/>
          </a:xfrm>
          <a:prstGeom prst="rect">
            <a:avLst/>
          </a:prstGeom>
          <a:noFill/>
        </p:spPr>
      </p:pic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E5F882D8-C37F-2269-5001-3B183870B3F4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205540" y="2097175"/>
            <a:ext cx="5435600" cy="3995650"/>
          </a:xfrm>
        </p:spPr>
        <p:txBody>
          <a:bodyPr>
            <a:normAutofit/>
          </a:bodyPr>
          <a:lstStyle/>
          <a:p>
            <a:pPr algn="ctr"/>
            <a:r>
              <a:rPr lang="en-US" sz="2800" dirty="0"/>
              <a:t>Rolle</a:t>
            </a:r>
          </a:p>
          <a:p>
            <a:pPr algn="ctr"/>
            <a:r>
              <a:rPr lang="en-US" sz="2800" dirty="0"/>
              <a:t>Aufgabe</a:t>
            </a:r>
          </a:p>
          <a:p>
            <a:pPr algn="ctr"/>
            <a:endParaRPr lang="en-US" sz="2800" dirty="0"/>
          </a:p>
          <a:p>
            <a:pPr algn="ctr"/>
            <a:endParaRPr lang="en-US" sz="2800" dirty="0"/>
          </a:p>
          <a:p>
            <a:pPr algn="ctr"/>
            <a:r>
              <a:rPr lang="en-US" sz="2800" dirty="0" err="1"/>
              <a:t>Regeln</a:t>
            </a:r>
            <a:endParaRPr lang="en-US" sz="28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2622E9BC-EEA9-05E2-686E-94A278932F7D}"/>
              </a:ext>
            </a:extLst>
          </p:cNvPr>
          <p:cNvCxnSpPr/>
          <p:nvPr/>
        </p:nvCxnSpPr>
        <p:spPr>
          <a:xfrm flipH="1">
            <a:off x="5775158" y="2538663"/>
            <a:ext cx="2400300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6C28E76-5411-B783-08B3-BBA55A21DD1A}"/>
              </a:ext>
            </a:extLst>
          </p:cNvPr>
          <p:cNvCxnSpPr/>
          <p:nvPr/>
        </p:nvCxnSpPr>
        <p:spPr>
          <a:xfrm flipH="1">
            <a:off x="5775158" y="3124200"/>
            <a:ext cx="2400300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7260685-EEA3-F8C3-AB8D-84918A644568}"/>
              </a:ext>
            </a:extLst>
          </p:cNvPr>
          <p:cNvCxnSpPr/>
          <p:nvPr/>
        </p:nvCxnSpPr>
        <p:spPr>
          <a:xfrm flipH="1">
            <a:off x="5775158" y="5400173"/>
            <a:ext cx="2400300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969A451-E77F-EDBD-AEC9-FE731861BB3C}"/>
              </a:ext>
            </a:extLst>
          </p:cNvPr>
          <p:cNvCxnSpPr>
            <a:cxnSpLocks/>
          </p:cNvCxnSpPr>
          <p:nvPr/>
        </p:nvCxnSpPr>
        <p:spPr>
          <a:xfrm flipH="1" flipV="1">
            <a:off x="5775158" y="4415589"/>
            <a:ext cx="2400300" cy="984584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28417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76CC09F-7383-3A4C-555C-35DA0BB4B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08635"/>
            <a:ext cx="11090274" cy="1332000"/>
          </a:xfrm>
        </p:spPr>
        <p:txBody>
          <a:bodyPr rtlCol="0"/>
          <a:lstStyle>
            <a:defPPr>
              <a:defRPr lang="de-DE"/>
            </a:defPPr>
          </a:lstStyle>
          <a:p>
            <a:pPr algn="ctr" rtl="0"/>
            <a:r>
              <a:rPr lang="de-DE" dirty="0"/>
              <a:t>Einfaches Tool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D18FADC8-8A0C-B1C8-A179-9B4CEFB9B17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769909" y="2006379"/>
            <a:ext cx="5016758" cy="3695890"/>
          </a:xfrm>
          <a:prstGeom prst="rect">
            <a:avLst/>
          </a:prstGeom>
        </p:spPr>
      </p:pic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45A03A5-6D4D-7072-B3BD-F2DA38CADEB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205540" y="2097175"/>
            <a:ext cx="5435600" cy="3995650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sz="2800" dirty="0"/>
              <a:t>Verbindet Agenten mit LLM</a:t>
            </a:r>
          </a:p>
          <a:p>
            <a:pPr rtl="0"/>
            <a:endParaRPr lang="de-DE" sz="2800" dirty="0"/>
          </a:p>
          <a:p>
            <a:pPr rtl="0"/>
            <a:r>
              <a:rPr lang="de-DE" sz="2800" dirty="0"/>
              <a:t>Schickt Anfrage an </a:t>
            </a:r>
            <a:r>
              <a:rPr lang="de-DE" sz="2800" dirty="0" err="1"/>
              <a:t>Ollama</a:t>
            </a:r>
            <a:endParaRPr lang="de-DE" sz="2800" dirty="0"/>
          </a:p>
          <a:p>
            <a:pPr rtl="0"/>
            <a:endParaRPr lang="de-DE" sz="2800" dirty="0"/>
          </a:p>
          <a:p>
            <a:pPr rtl="0"/>
            <a:r>
              <a:rPr lang="de-DE" sz="2800" dirty="0"/>
              <a:t>Bekommt Antwort zurück</a:t>
            </a:r>
          </a:p>
        </p:txBody>
      </p:sp>
    </p:spTree>
    <p:extLst>
      <p:ext uri="{BB962C8B-B14F-4D97-AF65-F5344CB8AC3E}">
        <p14:creationId xmlns:p14="http://schemas.microsoft.com/office/powerpoint/2010/main" val="233018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76CC09F-7383-3A4C-555C-35DA0BB4B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08635"/>
            <a:ext cx="11090274" cy="1332000"/>
          </a:xfrm>
        </p:spPr>
        <p:txBody>
          <a:bodyPr rtlCol="0"/>
          <a:lstStyle>
            <a:defPPr>
              <a:defRPr lang="de-DE"/>
            </a:defPPr>
          </a:lstStyle>
          <a:p>
            <a:pPr algn="ctr" rtl="0"/>
            <a:r>
              <a:rPr lang="de-DE" dirty="0"/>
              <a:t>Speicher / Zustand</a:t>
            </a:r>
            <a:br>
              <a:rPr lang="de-DE" dirty="0"/>
            </a:br>
            <a:r>
              <a:rPr lang="de-DE" dirty="0"/>
              <a:t>Zwischenergebnisse merken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BE7E655-DBBE-1E38-D543-EB34028F2F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2" y="2453639"/>
            <a:ext cx="5435600" cy="3639185"/>
          </a:xfrm>
        </p:spPr>
        <p:txBody>
          <a:bodyPr rtlCol="0"/>
          <a:lstStyle>
            <a:defPPr>
              <a:defRPr lang="de-DE"/>
            </a:defPPr>
          </a:lstStyle>
          <a:p>
            <a:pPr lvl="1" rtl="0"/>
            <a:r>
              <a:rPr lang="de-DE" dirty="0"/>
              <a:t>Kurzzeit-Kontext – aktueller Chat, eventuell von der vorherigen Nachricht noch mitgegeben</a:t>
            </a:r>
          </a:p>
          <a:p>
            <a:pPr lvl="1" rtl="0"/>
            <a:r>
              <a:rPr lang="de-DE" dirty="0"/>
              <a:t>Externer Speicher – Datenbanken, Dateien (</a:t>
            </a:r>
            <a:r>
              <a:rPr lang="de-DE" dirty="0" err="1"/>
              <a:t>zB</a:t>
            </a:r>
            <a:r>
              <a:rPr lang="de-DE" dirty="0"/>
              <a:t>. </a:t>
            </a:r>
            <a:r>
              <a:rPr lang="de-DE" dirty="0" err="1"/>
              <a:t>memory.json</a:t>
            </a:r>
            <a:r>
              <a:rPr lang="de-DE" dirty="0"/>
              <a:t> </a:t>
            </a:r>
            <a:r>
              <a:rPr lang="de-DE" dirty="0" err="1"/>
              <a:t>history.json</a:t>
            </a:r>
            <a:r>
              <a:rPr lang="de-DE" dirty="0"/>
              <a:t>)</a:t>
            </a:r>
          </a:p>
          <a:p>
            <a:pPr lvl="1" rtl="0"/>
            <a:r>
              <a:rPr lang="de-DE" dirty="0"/>
              <a:t>Programmzustand – Variablen, aktuelle Position im Spiel</a:t>
            </a:r>
          </a:p>
          <a:p>
            <a:pPr lvl="1" rtl="0"/>
            <a:r>
              <a:rPr lang="de-DE" dirty="0"/>
              <a:t>Tool-Ergebnisse</a:t>
            </a:r>
          </a:p>
          <a:p>
            <a:pPr lvl="1"/>
            <a:r>
              <a:rPr lang="de-DE" dirty="0" err="1"/>
              <a:t>Longtime</a:t>
            </a:r>
            <a:r>
              <a:rPr lang="de-DE" dirty="0"/>
              <a:t>-Memory – Datenbanken, Dateien</a:t>
            </a:r>
          </a:p>
        </p:txBody>
      </p:sp>
      <p:pic>
        <p:nvPicPr>
          <p:cNvPr id="4" name="Inhaltsplatzhalter 3">
            <a:extLst>
              <a:ext uri="{FF2B5EF4-FFF2-40B4-BE49-F238E27FC236}">
                <a16:creationId xmlns:a16="http://schemas.microsoft.com/office/drawing/2014/main" id="{138EDB83-8155-617C-EA30-9668F435C2EF}"/>
              </a:ext>
            </a:extLst>
          </p:cNvPr>
          <p:cNvPicPr>
            <a:picLocks noGrp="1" noChangeAspect="1"/>
          </p:cNvPicPr>
          <p:nvPr>
            <p:ph sz="half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7458" y="2453639"/>
            <a:ext cx="5033962" cy="2875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460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32938-2957-58C7-10C2-1221F521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88AED76-02DD-6D33-17F2-BB5361A90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08635"/>
            <a:ext cx="11090274" cy="773024"/>
          </a:xfrm>
        </p:spPr>
        <p:txBody>
          <a:bodyPr rtlCol="0"/>
          <a:lstStyle>
            <a:defPPr>
              <a:defRPr lang="de-DE"/>
            </a:defPPr>
          </a:lstStyle>
          <a:p>
            <a:pPr algn="ctr" rtl="0"/>
            <a:r>
              <a:rPr lang="de-DE" dirty="0"/>
              <a:t>Sehr simple Entscheidungslogik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50AE9563-1C7C-5851-7EF2-B3B1E0765EA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22888" y="1497535"/>
            <a:ext cx="4435545" cy="4662746"/>
          </a:xfrm>
          <a:prstGeom prst="rect">
            <a:avLst/>
          </a:prstGeom>
        </p:spPr>
      </p:pic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41121D13-B4BF-91D9-4008-1B5B63914A47}"/>
              </a:ext>
            </a:extLst>
          </p:cNvPr>
          <p:cNvPicPr>
            <a:picLocks noGrp="1" noChangeAspect="1"/>
          </p:cNvPicPr>
          <p:nvPr>
            <p:ph sz="half" idx="13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3569" y="1497535"/>
            <a:ext cx="4527017" cy="4527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91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455EB-3BC6-B5A0-2735-DD5EF6AFE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2E76DC4E-2D3B-F875-D948-827EEF1A1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08635"/>
            <a:ext cx="11090274" cy="773024"/>
          </a:xfrm>
        </p:spPr>
        <p:txBody>
          <a:bodyPr rtlCol="0"/>
          <a:lstStyle>
            <a:defPPr>
              <a:defRPr lang="de-DE"/>
            </a:defPPr>
          </a:lstStyle>
          <a:p>
            <a:pPr algn="ctr" rtl="0"/>
            <a:r>
              <a:rPr lang="de-DE" dirty="0"/>
              <a:t>Umgebungen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E7461B8F-C142-EF85-B61D-CEBD1722372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2563988"/>
            <a:ext cx="5435600" cy="3061937"/>
          </a:xfrm>
          <a:prstGeom prst="rect">
            <a:avLst/>
          </a:prstGeom>
        </p:spPr>
      </p:pic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34CD47AC-C5DB-1AEC-B306-35A7FD3B5C37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sz="2800" dirty="0"/>
              <a:t>Terminal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sz="2800" dirty="0" err="1"/>
              <a:t>WebApp</a:t>
            </a:r>
            <a:endParaRPr lang="de-AT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sz="2800" dirty="0"/>
              <a:t>Game / </a:t>
            </a:r>
            <a:r>
              <a:rPr lang="de-AT" sz="2800" dirty="0" err="1"/>
              <a:t>GameStatus</a:t>
            </a:r>
            <a:endParaRPr lang="de-AT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sz="2800" dirty="0" err="1"/>
              <a:t>DatenBank</a:t>
            </a:r>
            <a:endParaRPr lang="de-AT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sz="2800" dirty="0"/>
              <a:t>Chat</a:t>
            </a:r>
          </a:p>
        </p:txBody>
      </p:sp>
    </p:spTree>
    <p:extLst>
      <p:ext uri="{BB962C8B-B14F-4D97-AF65-F5344CB8AC3E}">
        <p14:creationId xmlns:p14="http://schemas.microsoft.com/office/powerpoint/2010/main" val="4117357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dplatzhalter 7" descr="Digitaler Hintergrund für Datenpunkte">
            <a:extLst>
              <a:ext uri="{FF2B5EF4-FFF2-40B4-BE49-F238E27FC236}">
                <a16:creationId xmlns:a16="http://schemas.microsoft.com/office/drawing/2014/main" id="{1358CD3B-43A8-5BF7-2E60-B0563F068D1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alphaModFix amt="4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8A84D4AF-8D29-5A55-F3F8-1E928E3B0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76680"/>
            <a:ext cx="9144000" cy="22860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Quick Installation </a:t>
            </a:r>
            <a:r>
              <a:rPr lang="de-DE" dirty="0" err="1"/>
              <a:t>of</a:t>
            </a:r>
            <a:r>
              <a:rPr lang="de-DE" dirty="0"/>
              <a:t> a simple lokal KI-Agent</a:t>
            </a:r>
          </a:p>
        </p:txBody>
      </p:sp>
    </p:spTree>
    <p:extLst>
      <p:ext uri="{BB962C8B-B14F-4D97-AF65-F5344CB8AC3E}">
        <p14:creationId xmlns:p14="http://schemas.microsoft.com/office/powerpoint/2010/main" val="28555141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1106B59-80B8-CEED-0BCA-BC3F80A85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803321" y="682622"/>
            <a:ext cx="734257" cy="760506"/>
            <a:chOff x="5243759" y="1363788"/>
            <a:chExt cx="734257" cy="760506"/>
          </a:xfrm>
        </p:grpSpPr>
        <p:sp>
          <p:nvSpPr>
            <p:cNvPr id="6" name="Freihandform 5">
              <a:extLst>
                <a:ext uri="{FF2B5EF4-FFF2-40B4-BE49-F238E27FC236}">
                  <a16:creationId xmlns:a16="http://schemas.microsoft.com/office/drawing/2014/main" id="{73C2F317-81E4-3678-2FF2-495B3A95470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7" name="Freihandform 6">
              <a:extLst>
                <a:ext uri="{FF2B5EF4-FFF2-40B4-BE49-F238E27FC236}">
                  <a16:creationId xmlns:a16="http://schemas.microsoft.com/office/drawing/2014/main" id="{A7C6D33A-37B7-D2C4-2C1C-6D5253D0D480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  <p:sp>
          <p:nvSpPr>
            <p:cNvPr id="8" name="Freihandform 8">
              <a:extLst>
                <a:ext uri="{FF2B5EF4-FFF2-40B4-BE49-F238E27FC236}">
                  <a16:creationId xmlns:a16="http://schemas.microsoft.com/office/drawing/2014/main" id="{18145A95-72C3-9BFC-32D2-908F235E389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algn="ctr" rtl="0"/>
              <a:endParaRPr lang="de-DE" dirty="0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C8AA23-D8D0-93BE-5C5F-103A750B0D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8822" y="562130"/>
            <a:ext cx="5335090" cy="5688767"/>
          </a:xfrm>
          <a:noFill/>
        </p:spPr>
        <p:txBody>
          <a:bodyPr vert="horz" lIns="91440" tIns="45720" rIns="91440" bIns="45720" rtlCol="0" anchor="t">
            <a:normAutofit/>
          </a:bodyPr>
          <a:lstStyle>
            <a:defPPr>
              <a:defRPr lang="de-DE"/>
            </a:defPPr>
          </a:lstStyle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e-DE" dirty="0"/>
              <a:t>Python installieren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e-DE" dirty="0"/>
              <a:t>(Virtuelle Umgebung erstellen –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practice</a:t>
            </a:r>
            <a:r>
              <a:rPr lang="de-DE" dirty="0"/>
              <a:t>)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e-DE" dirty="0" err="1"/>
              <a:t>Ollama</a:t>
            </a:r>
            <a:r>
              <a:rPr lang="de-DE" dirty="0"/>
              <a:t> installieren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e-DE" dirty="0"/>
              <a:t>Modell herunterladen – z.B. </a:t>
            </a:r>
            <a:r>
              <a:rPr lang="de-DE" dirty="0" err="1"/>
              <a:t>ollama</a:t>
            </a:r>
            <a:r>
              <a:rPr lang="de-DE" dirty="0"/>
              <a:t> pull </a:t>
            </a:r>
            <a:r>
              <a:rPr lang="de-DE" dirty="0" err="1"/>
              <a:t>llama</a:t>
            </a:r>
            <a:r>
              <a:rPr lang="de-DE" dirty="0"/>
              <a:t> 3.2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e-DE" dirty="0"/>
              <a:t>KI-Agent programmieren / oder einen „Kollegen“ programmieren lassen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e-DE" dirty="0"/>
              <a:t>Python-Agent verwendet </a:t>
            </a:r>
            <a:r>
              <a:rPr lang="de-DE" dirty="0" err="1"/>
              <a:t>llama</a:t>
            </a:r>
            <a:r>
              <a:rPr lang="de-DE" dirty="0"/>
              <a:t> 3.2 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de-DE" dirty="0"/>
              <a:t>Inkl. </a:t>
            </a:r>
            <a:r>
              <a:rPr lang="de-DE" dirty="0" err="1"/>
              <a:t>SystemPromts</a:t>
            </a:r>
            <a:r>
              <a:rPr lang="de-DE" dirty="0"/>
              <a:t>, Tools, Speicher, Logik, Umgebung</a:t>
            </a:r>
          </a:p>
          <a:p>
            <a:pPr rtl="0"/>
            <a:endParaRPr lang="de-DE" dirty="0"/>
          </a:p>
        </p:txBody>
      </p:sp>
      <p:pic>
        <p:nvPicPr>
          <p:cNvPr id="20" name="Bildplatzhalter 19" descr="Nahaufnahme eines Diagramms">
            <a:extLst>
              <a:ext uri="{FF2B5EF4-FFF2-40B4-BE49-F238E27FC236}">
                <a16:creationId xmlns:a16="http://schemas.microsoft.com/office/drawing/2014/main" id="{A7019768-5E2A-F9D1-62D6-EC7C5F0BBEC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" r="9"/>
          <a:stretch/>
        </p:blipFill>
        <p:spPr>
          <a:xfrm>
            <a:off x="6095588" y="0"/>
            <a:ext cx="6095998" cy="6858000"/>
          </a:xfrm>
        </p:spPr>
      </p:pic>
      <p:sp>
        <p:nvSpPr>
          <p:cNvPr id="9" name="Ellipse 8">
            <a:extLst>
              <a:ext uri="{FF2B5EF4-FFF2-40B4-BE49-F238E27FC236}">
                <a16:creationId xmlns:a16="http://schemas.microsoft.com/office/drawing/2014/main" id="{5C4A7DC2-42C3-FDDF-02BF-9598D75A6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89378" y="523262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E0AB5B2C-AAFE-A929-4FBF-2EC9D5E5F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9462" y="4840502"/>
            <a:ext cx="3791145" cy="46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38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536" y="549274"/>
            <a:ext cx="5179330" cy="2841829"/>
          </a:xfrm>
          <a:noFill/>
        </p:spPr>
        <p:txBody>
          <a:bodyPr rtlCol="0" anchor="b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Vielen Dank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E98EFF-197D-3136-70B9-7BBD30A48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537" y="3646704"/>
            <a:ext cx="5179330" cy="2706160"/>
          </a:xfrm>
          <a:noFill/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(an die „Kollegen“ die uns beim Studium helfen)</a:t>
            </a:r>
          </a:p>
          <a:p>
            <a:pPr rtl="0"/>
            <a:r>
              <a:rPr lang="de-DE" dirty="0"/>
              <a:t>Daniel Huber</a:t>
            </a:r>
          </a:p>
          <a:p>
            <a:pPr rtl="0"/>
            <a:r>
              <a:rPr lang="de-DE" dirty="0"/>
              <a:t>Maximilian </a:t>
            </a:r>
            <a:r>
              <a:rPr lang="de-DE" dirty="0" err="1"/>
              <a:t>Starlinger</a:t>
            </a:r>
            <a:endParaRPr lang="de-DE" dirty="0"/>
          </a:p>
          <a:p>
            <a:pPr rtl="0"/>
            <a:r>
              <a:rPr lang="de-DE" dirty="0"/>
              <a:t>„Kollege“</a:t>
            </a:r>
          </a:p>
        </p:txBody>
      </p:sp>
      <p:pic>
        <p:nvPicPr>
          <p:cNvPr id="25" name="Bildplatzhalter 24" descr="Nahaufnahme eines Netzwerks">
            <a:extLst>
              <a:ext uri="{FF2B5EF4-FFF2-40B4-BE49-F238E27FC236}">
                <a16:creationId xmlns:a16="http://schemas.microsoft.com/office/drawing/2014/main" id="{41A1C574-72C6-642F-E4D2-FF0C993AEF7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1"/>
          <a:stretch/>
        </p:blipFill>
        <p:spPr>
          <a:xfrm>
            <a:off x="5926138" y="549275"/>
            <a:ext cx="5654675" cy="5788025"/>
          </a:xfrm>
        </p:spPr>
      </p:pic>
    </p:spTree>
    <p:extLst>
      <p:ext uri="{BB962C8B-B14F-4D97-AF65-F5344CB8AC3E}">
        <p14:creationId xmlns:p14="http://schemas.microsoft.com/office/powerpoint/2010/main" val="2547630249"/>
      </p:ext>
    </p:extLst>
  </p:cSld>
  <p:clrMapOvr>
    <a:masterClrMapping/>
  </p:clrMapOvr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Walbaum Display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76250_TF33713516_Win32" id="{FA432118-3671-4A9A-B6AE-C8E661E198BC}" vid="{CDB7179C-22AA-4A70-AACE-21A927A13D6D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F49CD38-5B57-4682-9FCE-B9174068D0A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F342EE1-43E5-4AFB-895D-B61B9656DC14}">
  <ds:schemaRefs>
    <ds:schemaRef ds:uri="http://schemas.microsoft.com/office/2006/documentManagement/types"/>
    <ds:schemaRef ds:uri="http://schemas.microsoft.com/sharepoint/v3"/>
    <ds:schemaRef ds:uri="http://purl.org/dc/dcmitype/"/>
    <ds:schemaRef ds:uri="http://purl.org/dc/elements/1.1/"/>
    <ds:schemaRef ds:uri="http://purl.org/dc/terms/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230e9df3-be65-4c73-a93b-d1236ebd677e"/>
    <ds:schemaRef ds:uri="16c05727-aa75-4e4a-9b5f-8a80a1165891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797783A8-901D-4F73-81D7-AA6841BEB3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{0EB4E3D9-A22F-4ECA-8E0D-785AA66CEFCD}tf33713516_win32</Template>
  <TotalTime>0</TotalTime>
  <Words>265</Words>
  <Application>Microsoft Office PowerPoint</Application>
  <PresentationFormat>Breitbild</PresentationFormat>
  <Paragraphs>72</Paragraphs>
  <Slides>13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Arial</vt:lpstr>
      <vt:lpstr>Calibri</vt:lpstr>
      <vt:lpstr>Gill Sans MT</vt:lpstr>
      <vt:lpstr>Walbaum Display</vt:lpstr>
      <vt:lpstr>3DFloatVTI</vt:lpstr>
      <vt:lpstr>UNO  KI-Agenten verstehen</vt:lpstr>
      <vt:lpstr>KI-Agenten sind mehr als nur ein LLM</vt:lpstr>
      <vt:lpstr>KI-Agenten sind mehr als nur ein LLM</vt:lpstr>
      <vt:lpstr>Die Grundbausteine eines KI-Agenten</vt:lpstr>
      <vt:lpstr>Large Language Model</vt:lpstr>
      <vt:lpstr>System Prompt – Regeln und Rollen</vt:lpstr>
      <vt:lpstr>Einfaches Tool</vt:lpstr>
      <vt:lpstr>Speicher / Zustand Zwischenergebnisse merken</vt:lpstr>
      <vt:lpstr>Sehr simple Entscheidungslogik</vt:lpstr>
      <vt:lpstr>Umgebungen</vt:lpstr>
      <vt:lpstr>Quick Installation of a simple lokal KI-Agent</vt:lpstr>
      <vt:lpstr>PowerPoint-Präsentation</vt:lpstr>
      <vt:lpstr>Vielen Dank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Huber Daniel - s2410307016</dc:creator>
  <cp:lastModifiedBy>Huber Daniel - s2410307016</cp:lastModifiedBy>
  <cp:revision>4</cp:revision>
  <dcterms:created xsi:type="dcterms:W3CDTF">2026-06-19T11:59:20Z</dcterms:created>
  <dcterms:modified xsi:type="dcterms:W3CDTF">2026-06-19T20:34:28Z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